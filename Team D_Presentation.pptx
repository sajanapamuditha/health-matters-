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Semi-Bold" charset="1" panose="00000700000000000000"/>
      <p:regular r:id="rId19"/>
    </p:embeddedFont>
    <p:embeddedFont>
      <p:font typeface="Antonio Ultra-Bold" charset="1" panose="02000803000000000000"/>
      <p:regular r:id="rId20"/>
    </p:embeddedFont>
    <p:embeddedFont>
      <p:font typeface="Poppins Ultra-Bold" charset="1" panose="00000900000000000000"/>
      <p:regular r:id="rId21"/>
    </p:embeddedFon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8043" y="-3440659"/>
            <a:ext cx="17014058" cy="20205629"/>
            <a:chOff x="0" y="0"/>
            <a:chExt cx="812800" cy="965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606" y="21171"/>
              <a:ext cx="779588" cy="922927"/>
            </a:xfrm>
            <a:custGeom>
              <a:avLst/>
              <a:gdLst/>
              <a:ahLst/>
              <a:cxnLst/>
              <a:rect r="r" b="b" t="t" l="l"/>
              <a:pathLst>
                <a:path h="922927" w="779588">
                  <a:moveTo>
                    <a:pt x="419103" y="13636"/>
                  </a:moveTo>
                  <a:lnTo>
                    <a:pt x="766885" y="426656"/>
                  </a:lnTo>
                  <a:cubicBezTo>
                    <a:pt x="783822" y="446770"/>
                    <a:pt x="783822" y="476156"/>
                    <a:pt x="766885" y="496270"/>
                  </a:cubicBezTo>
                  <a:lnTo>
                    <a:pt x="419103" y="909291"/>
                  </a:lnTo>
                  <a:cubicBezTo>
                    <a:pt x="411823" y="917937"/>
                    <a:pt x="401097" y="922927"/>
                    <a:pt x="389794" y="922927"/>
                  </a:cubicBezTo>
                  <a:cubicBezTo>
                    <a:pt x="378491" y="922927"/>
                    <a:pt x="367765" y="917937"/>
                    <a:pt x="360485" y="909291"/>
                  </a:cubicBezTo>
                  <a:lnTo>
                    <a:pt x="12703" y="496270"/>
                  </a:lnTo>
                  <a:cubicBezTo>
                    <a:pt x="-4234" y="476156"/>
                    <a:pt x="-4234" y="446770"/>
                    <a:pt x="12703" y="426656"/>
                  </a:cubicBezTo>
                  <a:lnTo>
                    <a:pt x="360485" y="13636"/>
                  </a:lnTo>
                  <a:cubicBezTo>
                    <a:pt x="367765" y="4990"/>
                    <a:pt x="378491" y="0"/>
                    <a:pt x="389794" y="0"/>
                  </a:cubicBezTo>
                  <a:cubicBezTo>
                    <a:pt x="401097" y="0"/>
                    <a:pt x="411823" y="4990"/>
                    <a:pt x="419103" y="136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80350" y="-2828943"/>
            <a:ext cx="17014058" cy="20205629"/>
            <a:chOff x="0" y="0"/>
            <a:chExt cx="812800" cy="9652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606" y="21171"/>
              <a:ext cx="779588" cy="922927"/>
            </a:xfrm>
            <a:custGeom>
              <a:avLst/>
              <a:gdLst/>
              <a:ahLst/>
              <a:cxnLst/>
              <a:rect r="r" b="b" t="t" l="l"/>
              <a:pathLst>
                <a:path h="922927" w="779588">
                  <a:moveTo>
                    <a:pt x="419103" y="13636"/>
                  </a:moveTo>
                  <a:lnTo>
                    <a:pt x="766885" y="426656"/>
                  </a:lnTo>
                  <a:cubicBezTo>
                    <a:pt x="783822" y="446770"/>
                    <a:pt x="783822" y="476156"/>
                    <a:pt x="766885" y="496270"/>
                  </a:cubicBezTo>
                  <a:lnTo>
                    <a:pt x="419103" y="909291"/>
                  </a:lnTo>
                  <a:cubicBezTo>
                    <a:pt x="411823" y="917937"/>
                    <a:pt x="401097" y="922927"/>
                    <a:pt x="389794" y="922927"/>
                  </a:cubicBezTo>
                  <a:cubicBezTo>
                    <a:pt x="378491" y="922927"/>
                    <a:pt x="367765" y="917937"/>
                    <a:pt x="360485" y="909291"/>
                  </a:cubicBezTo>
                  <a:lnTo>
                    <a:pt x="12703" y="496270"/>
                  </a:lnTo>
                  <a:cubicBezTo>
                    <a:pt x="-4234" y="476156"/>
                    <a:pt x="-4234" y="446770"/>
                    <a:pt x="12703" y="426656"/>
                  </a:cubicBezTo>
                  <a:lnTo>
                    <a:pt x="360485" y="13636"/>
                  </a:lnTo>
                  <a:cubicBezTo>
                    <a:pt x="367765" y="4990"/>
                    <a:pt x="378491" y="0"/>
                    <a:pt x="389794" y="0"/>
                  </a:cubicBezTo>
                  <a:cubicBezTo>
                    <a:pt x="401097" y="0"/>
                    <a:pt x="411823" y="4990"/>
                    <a:pt x="419103" y="136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286247" y="-438600"/>
            <a:ext cx="7431439" cy="11164200"/>
            <a:chOff x="0" y="0"/>
            <a:chExt cx="18326252" cy="27531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26354" cy="27531315"/>
            </a:xfrm>
            <a:custGeom>
              <a:avLst/>
              <a:gdLst/>
              <a:ahLst/>
              <a:cxnLst/>
              <a:rect r="r" b="b" t="t" l="l"/>
              <a:pathLst>
                <a:path h="27531315" w="18326354">
                  <a:moveTo>
                    <a:pt x="18326227" y="0"/>
                  </a:moveTo>
                  <a:lnTo>
                    <a:pt x="13393293" y="86487"/>
                  </a:lnTo>
                  <a:lnTo>
                    <a:pt x="683006" y="15093950"/>
                  </a:lnTo>
                  <a:cubicBezTo>
                    <a:pt x="228981" y="15630017"/>
                    <a:pt x="1270" y="16290798"/>
                    <a:pt x="0" y="16951961"/>
                  </a:cubicBezTo>
                  <a:lnTo>
                    <a:pt x="0" y="16962628"/>
                  </a:lnTo>
                  <a:cubicBezTo>
                    <a:pt x="1270" y="17618838"/>
                    <a:pt x="225679" y="18275046"/>
                    <a:pt x="673608" y="18809336"/>
                  </a:cubicBezTo>
                  <a:lnTo>
                    <a:pt x="7984744" y="27531315"/>
                  </a:lnTo>
                  <a:lnTo>
                    <a:pt x="18326354" y="27531315"/>
                  </a:lnTo>
                  <a:lnTo>
                    <a:pt x="18326354" y="0"/>
                  </a:lnTo>
                  <a:close/>
                </a:path>
              </a:pathLst>
            </a:custGeom>
            <a:blipFill>
              <a:blip r:embed="rId2"/>
              <a:stretch>
                <a:fillRect l="-2151" t="0" r="-15465" b="-1065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605285" y="2495103"/>
            <a:ext cx="7440636" cy="661546"/>
            <a:chOff x="0" y="0"/>
            <a:chExt cx="2714119" cy="2413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128" y="0"/>
              <a:ext cx="2691863" cy="241312"/>
            </a:xfrm>
            <a:custGeom>
              <a:avLst/>
              <a:gdLst/>
              <a:ahLst/>
              <a:cxnLst/>
              <a:rect r="r" b="b" t="t" l="l"/>
              <a:pathLst>
                <a:path h="241312" w="2691863">
                  <a:moveTo>
                    <a:pt x="212882" y="0"/>
                  </a:moveTo>
                  <a:lnTo>
                    <a:pt x="2682181" y="0"/>
                  </a:lnTo>
                  <a:cubicBezTo>
                    <a:pt x="2685947" y="0"/>
                    <a:pt x="2689371" y="2183"/>
                    <a:pt x="2690959" y="5598"/>
                  </a:cubicBezTo>
                  <a:cubicBezTo>
                    <a:pt x="2692548" y="9012"/>
                    <a:pt x="2692012" y="13038"/>
                    <a:pt x="2689587" y="15918"/>
                  </a:cubicBezTo>
                  <a:lnTo>
                    <a:pt x="2513195" y="225394"/>
                  </a:lnTo>
                  <a:cubicBezTo>
                    <a:pt x="2504696" y="235487"/>
                    <a:pt x="2492175" y="241312"/>
                    <a:pt x="2478981" y="241312"/>
                  </a:cubicBezTo>
                  <a:lnTo>
                    <a:pt x="9682" y="241312"/>
                  </a:lnTo>
                  <a:cubicBezTo>
                    <a:pt x="5916" y="241312"/>
                    <a:pt x="2492" y="239129"/>
                    <a:pt x="904" y="235714"/>
                  </a:cubicBezTo>
                  <a:cubicBezTo>
                    <a:pt x="-685" y="232300"/>
                    <a:pt x="-150" y="228275"/>
                    <a:pt x="2276" y="225394"/>
                  </a:cubicBezTo>
                  <a:lnTo>
                    <a:pt x="178668" y="15918"/>
                  </a:lnTo>
                  <a:cubicBezTo>
                    <a:pt x="187167" y="5825"/>
                    <a:pt x="199688" y="0"/>
                    <a:pt x="2128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57150"/>
              <a:ext cx="2510919" cy="298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7841126">
            <a:off x="8207708" y="-15148"/>
            <a:ext cx="10424233" cy="1164886"/>
            <a:chOff x="0" y="0"/>
            <a:chExt cx="2745477" cy="306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5477" cy="306801"/>
            </a:xfrm>
            <a:custGeom>
              <a:avLst/>
              <a:gdLst/>
              <a:ahLst/>
              <a:cxnLst/>
              <a:rect r="r" b="b" t="t" l="l"/>
              <a:pathLst>
                <a:path h="306801" w="2745477">
                  <a:moveTo>
                    <a:pt x="0" y="0"/>
                  </a:moveTo>
                  <a:lnTo>
                    <a:pt x="2745477" y="0"/>
                  </a:lnTo>
                  <a:lnTo>
                    <a:pt x="2745477" y="306801"/>
                  </a:lnTo>
                  <a:lnTo>
                    <a:pt x="0" y="306801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745477" cy="363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841126">
            <a:off x="12720792" y="6113024"/>
            <a:ext cx="11540732" cy="5351196"/>
            <a:chOff x="0" y="0"/>
            <a:chExt cx="3039534" cy="1409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39534" cy="1409368"/>
            </a:xfrm>
            <a:custGeom>
              <a:avLst/>
              <a:gdLst/>
              <a:ahLst/>
              <a:cxnLst/>
              <a:rect r="r" b="b" t="t" l="l"/>
              <a:pathLst>
                <a:path h="1409368" w="3039534">
                  <a:moveTo>
                    <a:pt x="0" y="0"/>
                  </a:moveTo>
                  <a:lnTo>
                    <a:pt x="3039534" y="0"/>
                  </a:lnTo>
                  <a:lnTo>
                    <a:pt x="3039534" y="1409368"/>
                  </a:lnTo>
                  <a:lnTo>
                    <a:pt x="0" y="1409368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039534" cy="146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9854091" y="-2190431"/>
            <a:ext cx="4271122" cy="5196087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0564956" y="-4101693"/>
            <a:ext cx="4271122" cy="5196087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45889" y="59823"/>
            <a:ext cx="2069144" cy="2069144"/>
          </a:xfrm>
          <a:custGeom>
            <a:avLst/>
            <a:gdLst/>
            <a:ahLst/>
            <a:cxnLst/>
            <a:rect r="r" b="b" t="t" l="l"/>
            <a:pathLst>
              <a:path h="2069144" w="2069144">
                <a:moveTo>
                  <a:pt x="0" y="0"/>
                </a:moveTo>
                <a:lnTo>
                  <a:pt x="2069144" y="0"/>
                </a:lnTo>
                <a:lnTo>
                  <a:pt x="2069144" y="2069144"/>
                </a:lnTo>
                <a:lnTo>
                  <a:pt x="0" y="2069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76286" y="8645145"/>
            <a:ext cx="7200536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CO2007 Presentation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70647" y="694980"/>
            <a:ext cx="4513778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HEALTH MATTERS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3707" y="3404299"/>
            <a:ext cx="9570384" cy="33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b="true" sz="9600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EMPLOYEE WELLBEING REFERRAL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6286" y="2473769"/>
            <a:ext cx="7200536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Team D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37347" y="-8342743"/>
            <a:ext cx="11919926" cy="14155918"/>
            <a:chOff x="0" y="0"/>
            <a:chExt cx="812800" cy="965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3703" y="30218"/>
              <a:ext cx="765394" cy="904832"/>
            </a:xfrm>
            <a:custGeom>
              <a:avLst/>
              <a:gdLst/>
              <a:ahLst/>
              <a:cxnLst/>
              <a:rect r="r" b="b" t="t" l="l"/>
              <a:pathLst>
                <a:path h="904832" w="765394">
                  <a:moveTo>
                    <a:pt x="424532" y="19464"/>
                  </a:moveTo>
                  <a:lnTo>
                    <a:pt x="747263" y="402734"/>
                  </a:lnTo>
                  <a:cubicBezTo>
                    <a:pt x="771438" y="431444"/>
                    <a:pt x="771438" y="473388"/>
                    <a:pt x="747263" y="502098"/>
                  </a:cubicBezTo>
                  <a:lnTo>
                    <a:pt x="424532" y="885369"/>
                  </a:lnTo>
                  <a:cubicBezTo>
                    <a:pt x="414140" y="897709"/>
                    <a:pt x="398830" y="904832"/>
                    <a:pt x="382697" y="904832"/>
                  </a:cubicBezTo>
                  <a:cubicBezTo>
                    <a:pt x="366564" y="904832"/>
                    <a:pt x="351254" y="897709"/>
                    <a:pt x="340863" y="885369"/>
                  </a:cubicBezTo>
                  <a:lnTo>
                    <a:pt x="18131" y="502098"/>
                  </a:lnTo>
                  <a:cubicBezTo>
                    <a:pt x="-6044" y="473388"/>
                    <a:pt x="-6044" y="431444"/>
                    <a:pt x="18131" y="402734"/>
                  </a:cubicBezTo>
                  <a:lnTo>
                    <a:pt x="340863" y="19464"/>
                  </a:lnTo>
                  <a:cubicBezTo>
                    <a:pt x="351254" y="7123"/>
                    <a:pt x="366564" y="0"/>
                    <a:pt x="382697" y="0"/>
                  </a:cubicBezTo>
                  <a:cubicBezTo>
                    <a:pt x="398830" y="0"/>
                    <a:pt x="414140" y="7123"/>
                    <a:pt x="424532" y="194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841126">
            <a:off x="449324" y="-279416"/>
            <a:ext cx="10424233" cy="1164886"/>
            <a:chOff x="0" y="0"/>
            <a:chExt cx="2745477" cy="3068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5477" cy="306801"/>
            </a:xfrm>
            <a:custGeom>
              <a:avLst/>
              <a:gdLst/>
              <a:ahLst/>
              <a:cxnLst/>
              <a:rect r="r" b="b" t="t" l="l"/>
              <a:pathLst>
                <a:path h="306801" w="2745477">
                  <a:moveTo>
                    <a:pt x="0" y="0"/>
                  </a:moveTo>
                  <a:lnTo>
                    <a:pt x="2745477" y="0"/>
                  </a:lnTo>
                  <a:lnTo>
                    <a:pt x="2745477" y="306801"/>
                  </a:lnTo>
                  <a:lnTo>
                    <a:pt x="0" y="306801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45477" cy="363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946" y="1028700"/>
            <a:ext cx="5772346" cy="10160768"/>
            <a:chOff x="0" y="0"/>
            <a:chExt cx="1520289" cy="2676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0289" cy="2676087"/>
            </a:xfrm>
            <a:custGeom>
              <a:avLst/>
              <a:gdLst/>
              <a:ahLst/>
              <a:cxnLst/>
              <a:rect r="r" b="b" t="t" l="l"/>
              <a:pathLst>
                <a:path h="2676087" w="1520289">
                  <a:moveTo>
                    <a:pt x="56331" y="0"/>
                  </a:moveTo>
                  <a:lnTo>
                    <a:pt x="1463958" y="0"/>
                  </a:lnTo>
                  <a:cubicBezTo>
                    <a:pt x="1495069" y="0"/>
                    <a:pt x="1520289" y="25220"/>
                    <a:pt x="1520289" y="56331"/>
                  </a:cubicBezTo>
                  <a:lnTo>
                    <a:pt x="1520289" y="2619756"/>
                  </a:lnTo>
                  <a:cubicBezTo>
                    <a:pt x="1520289" y="2634696"/>
                    <a:pt x="1514354" y="2649024"/>
                    <a:pt x="1503790" y="2659588"/>
                  </a:cubicBezTo>
                  <a:cubicBezTo>
                    <a:pt x="1493226" y="2670152"/>
                    <a:pt x="1478898" y="2676087"/>
                    <a:pt x="1463958" y="2676087"/>
                  </a:cubicBezTo>
                  <a:lnTo>
                    <a:pt x="56331" y="2676087"/>
                  </a:lnTo>
                  <a:cubicBezTo>
                    <a:pt x="25220" y="2676087"/>
                    <a:pt x="0" y="2650867"/>
                    <a:pt x="0" y="2619756"/>
                  </a:cubicBezTo>
                  <a:lnTo>
                    <a:pt x="0" y="56331"/>
                  </a:lnTo>
                  <a:cubicBezTo>
                    <a:pt x="0" y="25220"/>
                    <a:pt x="25220" y="0"/>
                    <a:pt x="563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20289" cy="273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40053" y="1161136"/>
            <a:ext cx="5458132" cy="9982874"/>
            <a:chOff x="0" y="0"/>
            <a:chExt cx="15927413" cy="291310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927324" cy="29131006"/>
            </a:xfrm>
            <a:custGeom>
              <a:avLst/>
              <a:gdLst/>
              <a:ahLst/>
              <a:cxnLst/>
              <a:rect r="r" b="b" t="t" l="l"/>
              <a:pathLst>
                <a:path h="29131006" w="15927324">
                  <a:moveTo>
                    <a:pt x="1063498" y="0"/>
                  </a:moveTo>
                  <a:cubicBezTo>
                    <a:pt x="476123" y="0"/>
                    <a:pt x="0" y="476123"/>
                    <a:pt x="0" y="1063498"/>
                  </a:cubicBezTo>
                  <a:lnTo>
                    <a:pt x="0" y="28067508"/>
                  </a:lnTo>
                  <a:cubicBezTo>
                    <a:pt x="0" y="28654883"/>
                    <a:pt x="476123" y="29131006"/>
                    <a:pt x="1063498" y="29131006"/>
                  </a:cubicBezTo>
                  <a:lnTo>
                    <a:pt x="14863826" y="29131006"/>
                  </a:lnTo>
                  <a:cubicBezTo>
                    <a:pt x="15451201" y="29131006"/>
                    <a:pt x="15927324" y="28654883"/>
                    <a:pt x="15927324" y="28067508"/>
                  </a:cubicBezTo>
                  <a:lnTo>
                    <a:pt x="15927324" y="1063498"/>
                  </a:lnTo>
                  <a:cubicBezTo>
                    <a:pt x="15927324" y="476123"/>
                    <a:pt x="15451201" y="0"/>
                    <a:pt x="14863826" y="0"/>
                  </a:cubicBezTo>
                  <a:close/>
                </a:path>
              </a:pathLst>
            </a:custGeom>
            <a:blipFill>
              <a:blip r:embed="rId2"/>
              <a:stretch>
                <a:fillRect l="-11021" t="0" r="-11021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12224246" y="9792268"/>
            <a:ext cx="9795492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082579" y="781348"/>
            <a:ext cx="524632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11365" y="1613198"/>
            <a:ext cx="375932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b="true" sz="54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MEMBERS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01184" y="3087978"/>
            <a:ext cx="11655439" cy="593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Ramiru – Frontend &amp; Backend Developer (Team Leader)</a:t>
            </a:r>
          </a:p>
          <a:p>
            <a:pPr algn="l">
              <a:lnSpc>
                <a:spcPts val="4745"/>
              </a:lnSpc>
            </a:pP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Sajana – Frontend &amp; Backend Developer</a:t>
            </a:r>
          </a:p>
          <a:p>
            <a:pPr algn="l">
              <a:lnSpc>
                <a:spcPts val="4745"/>
              </a:lnSpc>
            </a:pP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Omidu – Frontend Developer &amp; UI Designer</a:t>
            </a:r>
          </a:p>
          <a:p>
            <a:pPr algn="l">
              <a:lnSpc>
                <a:spcPts val="4745"/>
              </a:lnSpc>
            </a:pP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Senula – Backend Developer &amp; Tester  </a:t>
            </a:r>
          </a:p>
          <a:p>
            <a:pPr algn="l">
              <a:lnSpc>
                <a:spcPts val="4745"/>
              </a:lnSpc>
            </a:pP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Thisal – Tester &amp; UI Designer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37347" y="-8342743"/>
            <a:ext cx="11919926" cy="14155918"/>
            <a:chOff x="0" y="0"/>
            <a:chExt cx="812800" cy="965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3703" y="30218"/>
              <a:ext cx="765394" cy="904832"/>
            </a:xfrm>
            <a:custGeom>
              <a:avLst/>
              <a:gdLst/>
              <a:ahLst/>
              <a:cxnLst/>
              <a:rect r="r" b="b" t="t" l="l"/>
              <a:pathLst>
                <a:path h="904832" w="765394">
                  <a:moveTo>
                    <a:pt x="424532" y="19464"/>
                  </a:moveTo>
                  <a:lnTo>
                    <a:pt x="747263" y="402734"/>
                  </a:lnTo>
                  <a:cubicBezTo>
                    <a:pt x="771438" y="431444"/>
                    <a:pt x="771438" y="473388"/>
                    <a:pt x="747263" y="502098"/>
                  </a:cubicBezTo>
                  <a:lnTo>
                    <a:pt x="424532" y="885369"/>
                  </a:lnTo>
                  <a:cubicBezTo>
                    <a:pt x="414140" y="897709"/>
                    <a:pt x="398830" y="904832"/>
                    <a:pt x="382697" y="904832"/>
                  </a:cubicBezTo>
                  <a:cubicBezTo>
                    <a:pt x="366564" y="904832"/>
                    <a:pt x="351254" y="897709"/>
                    <a:pt x="340863" y="885369"/>
                  </a:cubicBezTo>
                  <a:lnTo>
                    <a:pt x="18131" y="502098"/>
                  </a:lnTo>
                  <a:cubicBezTo>
                    <a:pt x="-6044" y="473388"/>
                    <a:pt x="-6044" y="431444"/>
                    <a:pt x="18131" y="402734"/>
                  </a:cubicBezTo>
                  <a:lnTo>
                    <a:pt x="340863" y="19464"/>
                  </a:lnTo>
                  <a:cubicBezTo>
                    <a:pt x="351254" y="7123"/>
                    <a:pt x="366564" y="0"/>
                    <a:pt x="382697" y="0"/>
                  </a:cubicBezTo>
                  <a:cubicBezTo>
                    <a:pt x="398830" y="0"/>
                    <a:pt x="414140" y="7123"/>
                    <a:pt x="424532" y="194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841126">
            <a:off x="449324" y="-279416"/>
            <a:ext cx="10424233" cy="1164886"/>
            <a:chOff x="0" y="0"/>
            <a:chExt cx="2745477" cy="3068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5477" cy="306801"/>
            </a:xfrm>
            <a:custGeom>
              <a:avLst/>
              <a:gdLst/>
              <a:ahLst/>
              <a:cxnLst/>
              <a:rect r="r" b="b" t="t" l="l"/>
              <a:pathLst>
                <a:path h="306801" w="2745477">
                  <a:moveTo>
                    <a:pt x="0" y="0"/>
                  </a:moveTo>
                  <a:lnTo>
                    <a:pt x="2745477" y="0"/>
                  </a:lnTo>
                  <a:lnTo>
                    <a:pt x="2745477" y="306801"/>
                  </a:lnTo>
                  <a:lnTo>
                    <a:pt x="0" y="306801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45477" cy="363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946" y="1028700"/>
            <a:ext cx="5772346" cy="10160768"/>
            <a:chOff x="0" y="0"/>
            <a:chExt cx="1520289" cy="2676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0289" cy="2676087"/>
            </a:xfrm>
            <a:custGeom>
              <a:avLst/>
              <a:gdLst/>
              <a:ahLst/>
              <a:cxnLst/>
              <a:rect r="r" b="b" t="t" l="l"/>
              <a:pathLst>
                <a:path h="2676087" w="1520289">
                  <a:moveTo>
                    <a:pt x="56331" y="0"/>
                  </a:moveTo>
                  <a:lnTo>
                    <a:pt x="1463958" y="0"/>
                  </a:lnTo>
                  <a:cubicBezTo>
                    <a:pt x="1495069" y="0"/>
                    <a:pt x="1520289" y="25220"/>
                    <a:pt x="1520289" y="56331"/>
                  </a:cubicBezTo>
                  <a:lnTo>
                    <a:pt x="1520289" y="2619756"/>
                  </a:lnTo>
                  <a:cubicBezTo>
                    <a:pt x="1520289" y="2634696"/>
                    <a:pt x="1514354" y="2649024"/>
                    <a:pt x="1503790" y="2659588"/>
                  </a:cubicBezTo>
                  <a:cubicBezTo>
                    <a:pt x="1493226" y="2670152"/>
                    <a:pt x="1478898" y="2676087"/>
                    <a:pt x="1463958" y="2676087"/>
                  </a:cubicBezTo>
                  <a:lnTo>
                    <a:pt x="56331" y="2676087"/>
                  </a:lnTo>
                  <a:cubicBezTo>
                    <a:pt x="25220" y="2676087"/>
                    <a:pt x="0" y="2650867"/>
                    <a:pt x="0" y="2619756"/>
                  </a:cubicBezTo>
                  <a:lnTo>
                    <a:pt x="0" y="56331"/>
                  </a:lnTo>
                  <a:cubicBezTo>
                    <a:pt x="0" y="25220"/>
                    <a:pt x="25220" y="0"/>
                    <a:pt x="563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20289" cy="273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40053" y="1161136"/>
            <a:ext cx="5458132" cy="9982874"/>
            <a:chOff x="0" y="0"/>
            <a:chExt cx="15927413" cy="291310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927324" cy="29131006"/>
            </a:xfrm>
            <a:custGeom>
              <a:avLst/>
              <a:gdLst/>
              <a:ahLst/>
              <a:cxnLst/>
              <a:rect r="r" b="b" t="t" l="l"/>
              <a:pathLst>
                <a:path h="29131006" w="15927324">
                  <a:moveTo>
                    <a:pt x="1063498" y="0"/>
                  </a:moveTo>
                  <a:cubicBezTo>
                    <a:pt x="476123" y="0"/>
                    <a:pt x="0" y="476123"/>
                    <a:pt x="0" y="1063498"/>
                  </a:cubicBezTo>
                  <a:lnTo>
                    <a:pt x="0" y="28067508"/>
                  </a:lnTo>
                  <a:cubicBezTo>
                    <a:pt x="0" y="28654883"/>
                    <a:pt x="476123" y="29131006"/>
                    <a:pt x="1063498" y="29131006"/>
                  </a:cubicBezTo>
                  <a:lnTo>
                    <a:pt x="14863826" y="29131006"/>
                  </a:lnTo>
                  <a:cubicBezTo>
                    <a:pt x="15451201" y="29131006"/>
                    <a:pt x="15927324" y="28654883"/>
                    <a:pt x="15927324" y="28067508"/>
                  </a:cubicBezTo>
                  <a:lnTo>
                    <a:pt x="15927324" y="1063498"/>
                  </a:lnTo>
                  <a:cubicBezTo>
                    <a:pt x="15927324" y="476123"/>
                    <a:pt x="15451201" y="0"/>
                    <a:pt x="14863826" y="0"/>
                  </a:cubicBezTo>
                  <a:close/>
                </a:path>
              </a:pathLst>
            </a:custGeom>
            <a:blipFill>
              <a:blip r:embed="rId2"/>
              <a:stretch>
                <a:fillRect l="-2126" t="0" r="-2126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12224246" y="9792268"/>
            <a:ext cx="9795492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786826" y="1292225"/>
            <a:ext cx="524632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AGENDA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55292" y="3383916"/>
            <a:ext cx="11655439" cy="534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</a:t>
            </a: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dule Design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Agile Development Process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Strategy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 Results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Working System Demonstration</a:t>
            </a:r>
          </a:p>
          <a:p>
            <a:pPr algn="l" marL="731771" indent="-365886" lvl="1">
              <a:lnSpc>
                <a:spcPts val="4745"/>
              </a:lnSpc>
              <a:buFont typeface="Arial"/>
              <a:buChar char="•"/>
            </a:pPr>
            <a:r>
              <a:rPr lang="en-US" b="true" sz="3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Lessons Learned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3064" y="460375"/>
            <a:ext cx="597384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PRESENTATION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8922" y="2436111"/>
            <a:ext cx="2407426" cy="2068882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84" y="0"/>
              <a:ext cx="774632" cy="698500"/>
            </a:xfrm>
            <a:custGeom>
              <a:avLst/>
              <a:gdLst/>
              <a:ahLst/>
              <a:cxnLst/>
              <a:rect r="r" b="b" t="t" l="l"/>
              <a:pathLst>
                <a:path h="698500" w="774632">
                  <a:moveTo>
                    <a:pt x="758137" y="410401"/>
                  </a:moveTo>
                  <a:lnTo>
                    <a:pt x="626095" y="637349"/>
                  </a:lnTo>
                  <a:cubicBezTo>
                    <a:pt x="604067" y="675209"/>
                    <a:pt x="563569" y="698500"/>
                    <a:pt x="519767" y="698500"/>
                  </a:cubicBezTo>
                  <a:lnTo>
                    <a:pt x="254865" y="698500"/>
                  </a:lnTo>
                  <a:cubicBezTo>
                    <a:pt x="211063" y="698500"/>
                    <a:pt x="170565" y="675209"/>
                    <a:pt x="148537" y="637349"/>
                  </a:cubicBezTo>
                  <a:lnTo>
                    <a:pt x="16495" y="410401"/>
                  </a:lnTo>
                  <a:cubicBezTo>
                    <a:pt x="-5498" y="372600"/>
                    <a:pt x="-5498" y="325900"/>
                    <a:pt x="16495" y="288099"/>
                  </a:cubicBezTo>
                  <a:lnTo>
                    <a:pt x="148537" y="61151"/>
                  </a:lnTo>
                  <a:cubicBezTo>
                    <a:pt x="170565" y="23291"/>
                    <a:pt x="211063" y="0"/>
                    <a:pt x="254865" y="0"/>
                  </a:cubicBezTo>
                  <a:lnTo>
                    <a:pt x="519767" y="0"/>
                  </a:lnTo>
                  <a:cubicBezTo>
                    <a:pt x="563569" y="0"/>
                    <a:pt x="604067" y="23291"/>
                    <a:pt x="626095" y="61151"/>
                  </a:cubicBezTo>
                  <a:lnTo>
                    <a:pt x="758137" y="288099"/>
                  </a:lnTo>
                  <a:cubicBezTo>
                    <a:pt x="780130" y="325900"/>
                    <a:pt x="780130" y="372600"/>
                    <a:pt x="758137" y="41040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41652" y="2436111"/>
            <a:ext cx="2407426" cy="2068882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84" y="0"/>
              <a:ext cx="774632" cy="698500"/>
            </a:xfrm>
            <a:custGeom>
              <a:avLst/>
              <a:gdLst/>
              <a:ahLst/>
              <a:cxnLst/>
              <a:rect r="r" b="b" t="t" l="l"/>
              <a:pathLst>
                <a:path h="698500" w="774632">
                  <a:moveTo>
                    <a:pt x="758137" y="410401"/>
                  </a:moveTo>
                  <a:lnTo>
                    <a:pt x="626095" y="637349"/>
                  </a:lnTo>
                  <a:cubicBezTo>
                    <a:pt x="604067" y="675209"/>
                    <a:pt x="563569" y="698500"/>
                    <a:pt x="519767" y="698500"/>
                  </a:cubicBezTo>
                  <a:lnTo>
                    <a:pt x="254865" y="698500"/>
                  </a:lnTo>
                  <a:cubicBezTo>
                    <a:pt x="211063" y="698500"/>
                    <a:pt x="170565" y="675209"/>
                    <a:pt x="148537" y="637349"/>
                  </a:cubicBezTo>
                  <a:lnTo>
                    <a:pt x="16495" y="410401"/>
                  </a:lnTo>
                  <a:cubicBezTo>
                    <a:pt x="-5498" y="372600"/>
                    <a:pt x="-5498" y="325900"/>
                    <a:pt x="16495" y="288099"/>
                  </a:cubicBezTo>
                  <a:lnTo>
                    <a:pt x="148537" y="61151"/>
                  </a:lnTo>
                  <a:cubicBezTo>
                    <a:pt x="170565" y="23291"/>
                    <a:pt x="211063" y="0"/>
                    <a:pt x="254865" y="0"/>
                  </a:cubicBezTo>
                  <a:lnTo>
                    <a:pt x="519767" y="0"/>
                  </a:lnTo>
                  <a:cubicBezTo>
                    <a:pt x="563569" y="0"/>
                    <a:pt x="604067" y="23291"/>
                    <a:pt x="626095" y="61151"/>
                  </a:cubicBezTo>
                  <a:lnTo>
                    <a:pt x="758137" y="288099"/>
                  </a:lnTo>
                  <a:cubicBezTo>
                    <a:pt x="780130" y="325900"/>
                    <a:pt x="780130" y="372600"/>
                    <a:pt x="758137" y="41040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841126">
            <a:off x="15551145" y="537000"/>
            <a:ext cx="4286404" cy="837298"/>
            <a:chOff x="0" y="0"/>
            <a:chExt cx="1128929" cy="220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929" cy="220523"/>
            </a:xfrm>
            <a:custGeom>
              <a:avLst/>
              <a:gdLst/>
              <a:ahLst/>
              <a:cxnLst/>
              <a:rect r="r" b="b" t="t" l="l"/>
              <a:pathLst>
                <a:path h="220523" w="1128929">
                  <a:moveTo>
                    <a:pt x="0" y="0"/>
                  </a:moveTo>
                  <a:lnTo>
                    <a:pt x="1128929" y="0"/>
                  </a:lnTo>
                  <a:lnTo>
                    <a:pt x="1128929" y="220523"/>
                  </a:lnTo>
                  <a:lnTo>
                    <a:pt x="0" y="220523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28929" cy="277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7841999">
            <a:off x="-1547926" y="537000"/>
            <a:ext cx="4286404" cy="837298"/>
            <a:chOff x="0" y="0"/>
            <a:chExt cx="1128929" cy="220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8929" cy="220523"/>
            </a:xfrm>
            <a:custGeom>
              <a:avLst/>
              <a:gdLst/>
              <a:ahLst/>
              <a:cxnLst/>
              <a:rect r="r" b="b" t="t" l="l"/>
              <a:pathLst>
                <a:path h="220523" w="1128929">
                  <a:moveTo>
                    <a:pt x="0" y="0"/>
                  </a:moveTo>
                  <a:lnTo>
                    <a:pt x="1128929" y="0"/>
                  </a:lnTo>
                  <a:lnTo>
                    <a:pt x="1128929" y="220523"/>
                  </a:lnTo>
                  <a:lnTo>
                    <a:pt x="0" y="220523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08ACB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28929" cy="277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09815" y="4760408"/>
            <a:ext cx="564730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DESCRIPTION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4445" y="4760408"/>
            <a:ext cx="456184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MAIN FEATURES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536117"/>
            <a:ext cx="9809076" cy="395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 Matters is a web- based Employee Wellbeing Referral System. </a:t>
            </a:r>
          </a:p>
          <a:p>
            <a:pPr algn="l">
              <a:lnSpc>
                <a:spcPts val="3500"/>
              </a:lnSpc>
            </a:pP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Role-based dashboards enable managers, empoyees, practitioners, and administrators to generate, oversee, and monitor referrals.</a:t>
            </a:r>
          </a:p>
          <a:p>
            <a:pPr algn="l">
              <a:lnSpc>
                <a:spcPts val="3500"/>
              </a:lnSpc>
            </a:pP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web application was developed as a full-stack web system with frontend, backend and database integration.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60130" y="5621900"/>
            <a:ext cx="6627870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Role-based login system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Referral creation and tracking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Manager analytics dashboard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Notification system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SLA monitoring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Secure authentication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Full-stack web application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857138" y="-4441990"/>
            <a:ext cx="11919926" cy="14155918"/>
            <a:chOff x="0" y="0"/>
            <a:chExt cx="812800" cy="9652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3703" y="30218"/>
              <a:ext cx="765394" cy="904832"/>
            </a:xfrm>
            <a:custGeom>
              <a:avLst/>
              <a:gdLst/>
              <a:ahLst/>
              <a:cxnLst/>
              <a:rect r="r" b="b" t="t" l="l"/>
              <a:pathLst>
                <a:path h="904832" w="765394">
                  <a:moveTo>
                    <a:pt x="424532" y="19464"/>
                  </a:moveTo>
                  <a:lnTo>
                    <a:pt x="747263" y="402734"/>
                  </a:lnTo>
                  <a:cubicBezTo>
                    <a:pt x="771438" y="431444"/>
                    <a:pt x="771438" y="473388"/>
                    <a:pt x="747263" y="502098"/>
                  </a:cubicBezTo>
                  <a:lnTo>
                    <a:pt x="424532" y="885369"/>
                  </a:lnTo>
                  <a:cubicBezTo>
                    <a:pt x="414140" y="897709"/>
                    <a:pt x="398830" y="904832"/>
                    <a:pt x="382697" y="904832"/>
                  </a:cubicBezTo>
                  <a:cubicBezTo>
                    <a:pt x="366564" y="904832"/>
                    <a:pt x="351254" y="897709"/>
                    <a:pt x="340863" y="885369"/>
                  </a:cubicBezTo>
                  <a:lnTo>
                    <a:pt x="18131" y="502098"/>
                  </a:lnTo>
                  <a:cubicBezTo>
                    <a:pt x="-6044" y="473388"/>
                    <a:pt x="-6044" y="431444"/>
                    <a:pt x="18131" y="402734"/>
                  </a:cubicBezTo>
                  <a:lnTo>
                    <a:pt x="340863" y="19464"/>
                  </a:lnTo>
                  <a:cubicBezTo>
                    <a:pt x="351254" y="7123"/>
                    <a:pt x="366564" y="0"/>
                    <a:pt x="382697" y="0"/>
                  </a:cubicBezTo>
                  <a:cubicBezTo>
                    <a:pt x="398830" y="0"/>
                    <a:pt x="414140" y="7123"/>
                    <a:pt x="424532" y="194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225212" y="-4441990"/>
            <a:ext cx="11919926" cy="14155918"/>
            <a:chOff x="0" y="0"/>
            <a:chExt cx="812800" cy="9652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3703" y="30218"/>
              <a:ext cx="765394" cy="904832"/>
            </a:xfrm>
            <a:custGeom>
              <a:avLst/>
              <a:gdLst/>
              <a:ahLst/>
              <a:cxnLst/>
              <a:rect r="r" b="b" t="t" l="l"/>
              <a:pathLst>
                <a:path h="904832" w="765394">
                  <a:moveTo>
                    <a:pt x="424532" y="19464"/>
                  </a:moveTo>
                  <a:lnTo>
                    <a:pt x="747263" y="402734"/>
                  </a:lnTo>
                  <a:cubicBezTo>
                    <a:pt x="771438" y="431444"/>
                    <a:pt x="771438" y="473388"/>
                    <a:pt x="747263" y="502098"/>
                  </a:cubicBezTo>
                  <a:lnTo>
                    <a:pt x="424532" y="885369"/>
                  </a:lnTo>
                  <a:cubicBezTo>
                    <a:pt x="414140" y="897709"/>
                    <a:pt x="398830" y="904832"/>
                    <a:pt x="382697" y="904832"/>
                  </a:cubicBezTo>
                  <a:cubicBezTo>
                    <a:pt x="366564" y="904832"/>
                    <a:pt x="351254" y="897709"/>
                    <a:pt x="340863" y="885369"/>
                  </a:cubicBezTo>
                  <a:lnTo>
                    <a:pt x="18131" y="502098"/>
                  </a:lnTo>
                  <a:cubicBezTo>
                    <a:pt x="-6044" y="473388"/>
                    <a:pt x="-6044" y="431444"/>
                    <a:pt x="18131" y="402734"/>
                  </a:cubicBezTo>
                  <a:lnTo>
                    <a:pt x="340863" y="19464"/>
                  </a:lnTo>
                  <a:cubicBezTo>
                    <a:pt x="351254" y="7123"/>
                    <a:pt x="366564" y="0"/>
                    <a:pt x="382697" y="0"/>
                  </a:cubicBezTo>
                  <a:cubicBezTo>
                    <a:pt x="398830" y="0"/>
                    <a:pt x="414140" y="7123"/>
                    <a:pt x="424532" y="194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5149078" y="9904282"/>
            <a:ext cx="440770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-1920184" y="9904282"/>
            <a:ext cx="505910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3649908" y="2767275"/>
            <a:ext cx="1385455" cy="1406553"/>
          </a:xfrm>
          <a:custGeom>
            <a:avLst/>
            <a:gdLst/>
            <a:ahLst/>
            <a:cxnLst/>
            <a:rect r="r" b="b" t="t" l="l"/>
            <a:pathLst>
              <a:path h="1406553" w="1385455">
                <a:moveTo>
                  <a:pt x="0" y="0"/>
                </a:moveTo>
                <a:lnTo>
                  <a:pt x="1385454" y="0"/>
                </a:lnTo>
                <a:lnTo>
                  <a:pt x="1385454" y="1406553"/>
                </a:lnTo>
                <a:lnTo>
                  <a:pt x="0" y="1406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68707" y="2701622"/>
            <a:ext cx="1353316" cy="1537859"/>
          </a:xfrm>
          <a:custGeom>
            <a:avLst/>
            <a:gdLst/>
            <a:ahLst/>
            <a:cxnLst/>
            <a:rect r="r" b="b" t="t" l="l"/>
            <a:pathLst>
              <a:path h="1537859" w="1353316">
                <a:moveTo>
                  <a:pt x="0" y="0"/>
                </a:moveTo>
                <a:lnTo>
                  <a:pt x="1353316" y="0"/>
                </a:lnTo>
                <a:lnTo>
                  <a:pt x="1353316" y="1537859"/>
                </a:lnTo>
                <a:lnTo>
                  <a:pt x="0" y="1537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504692" y="876300"/>
            <a:ext cx="3962809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PROJECT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04692" y="1651719"/>
            <a:ext cx="394035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5717" y="5143500"/>
            <a:ext cx="10630848" cy="4114800"/>
            <a:chOff x="0" y="0"/>
            <a:chExt cx="2799894" cy="10837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9894" cy="1083733"/>
            </a:xfrm>
            <a:custGeom>
              <a:avLst/>
              <a:gdLst/>
              <a:ahLst/>
              <a:cxnLst/>
              <a:rect r="r" b="b" t="t" l="l"/>
              <a:pathLst>
                <a:path h="1083733" w="2799894">
                  <a:moveTo>
                    <a:pt x="21848" y="0"/>
                  </a:moveTo>
                  <a:lnTo>
                    <a:pt x="2778047" y="0"/>
                  </a:lnTo>
                  <a:cubicBezTo>
                    <a:pt x="2790113" y="0"/>
                    <a:pt x="2799894" y="9781"/>
                    <a:pt x="2799894" y="21848"/>
                  </a:cubicBezTo>
                  <a:lnTo>
                    <a:pt x="2799894" y="1061886"/>
                  </a:lnTo>
                  <a:cubicBezTo>
                    <a:pt x="2799894" y="1073952"/>
                    <a:pt x="2790113" y="1083733"/>
                    <a:pt x="2778047" y="1083733"/>
                  </a:cubicBezTo>
                  <a:lnTo>
                    <a:pt x="21848" y="1083733"/>
                  </a:lnTo>
                  <a:cubicBezTo>
                    <a:pt x="9781" y="1083733"/>
                    <a:pt x="0" y="1073952"/>
                    <a:pt x="0" y="1061886"/>
                  </a:cubicBezTo>
                  <a:lnTo>
                    <a:pt x="0" y="21848"/>
                  </a:lnTo>
                  <a:cubicBezTo>
                    <a:pt x="0" y="9781"/>
                    <a:pt x="9781" y="0"/>
                    <a:pt x="218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99894" cy="114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76300"/>
            <a:ext cx="524632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08150"/>
            <a:ext cx="706638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-10800000">
            <a:off x="9596469" y="5143500"/>
            <a:ext cx="12705428" cy="1307213"/>
            <a:chOff x="0" y="0"/>
            <a:chExt cx="3346286" cy="3442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46286" cy="344286"/>
            </a:xfrm>
            <a:custGeom>
              <a:avLst/>
              <a:gdLst/>
              <a:ahLst/>
              <a:cxnLst/>
              <a:rect r="r" b="b" t="t" l="l"/>
              <a:pathLst>
                <a:path h="344286" w="3346286">
                  <a:moveTo>
                    <a:pt x="0" y="0"/>
                  </a:moveTo>
                  <a:lnTo>
                    <a:pt x="3346286" y="0"/>
                  </a:lnTo>
                  <a:lnTo>
                    <a:pt x="3346286" y="344286"/>
                  </a:lnTo>
                  <a:lnTo>
                    <a:pt x="0" y="344286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346286" cy="401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55706" y="5409949"/>
            <a:ext cx="7803594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Main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822873"/>
            <a:ext cx="16230600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aimed to develop a full-stack Employee Wellbeing Referral System.</a:t>
            </a:r>
          </a:p>
          <a:p>
            <a:pPr algn="l">
              <a:lnSpc>
                <a:spcPts val="3499"/>
              </a:lnSpc>
            </a:pP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includes role-based dashboards, referral tracking, analytics, and secure authentication using Agile development.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5706" y="6585558"/>
            <a:ext cx="8337133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Build a full-stack web system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Create role-based dashboards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Manage and track referrals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Show reports and analytics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Add secure login system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 Agile development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Test the system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Show working demo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-890341" y="5275756"/>
            <a:ext cx="9481699" cy="3850288"/>
            <a:chOff x="0" y="0"/>
            <a:chExt cx="35769639" cy="145251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769550" cy="14525245"/>
            </a:xfrm>
            <a:custGeom>
              <a:avLst/>
              <a:gdLst/>
              <a:ahLst/>
              <a:cxnLst/>
              <a:rect r="r" b="b" t="t" l="l"/>
              <a:pathLst>
                <a:path h="14525245" w="35769550">
                  <a:moveTo>
                    <a:pt x="743458" y="0"/>
                  </a:moveTo>
                  <a:cubicBezTo>
                    <a:pt x="332867" y="0"/>
                    <a:pt x="0" y="332867"/>
                    <a:pt x="0" y="743458"/>
                  </a:cubicBezTo>
                  <a:lnTo>
                    <a:pt x="0" y="13781787"/>
                  </a:lnTo>
                  <a:cubicBezTo>
                    <a:pt x="0" y="14192377"/>
                    <a:pt x="332867" y="14525245"/>
                    <a:pt x="743458" y="14525245"/>
                  </a:cubicBezTo>
                  <a:lnTo>
                    <a:pt x="35026219" y="14525245"/>
                  </a:lnTo>
                  <a:cubicBezTo>
                    <a:pt x="35433763" y="14525245"/>
                    <a:pt x="35764722" y="14197205"/>
                    <a:pt x="35769550" y="13790805"/>
                  </a:cubicBezTo>
                  <a:lnTo>
                    <a:pt x="35769550" y="13790805"/>
                  </a:lnTo>
                  <a:lnTo>
                    <a:pt x="35769550" y="734441"/>
                  </a:lnTo>
                  <a:lnTo>
                    <a:pt x="35769550" y="734441"/>
                  </a:lnTo>
                  <a:cubicBezTo>
                    <a:pt x="35764725" y="328041"/>
                    <a:pt x="35433763" y="0"/>
                    <a:pt x="3502621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2085" r="0" b="-32085"/>
              </a:stretch>
            </a:blipFill>
          </p:spPr>
        </p:sp>
      </p:grpSp>
      <p:sp>
        <p:nvSpPr>
          <p:cNvPr name="AutoShape 15" id="15"/>
          <p:cNvSpPr/>
          <p:nvPr/>
        </p:nvSpPr>
        <p:spPr>
          <a:xfrm>
            <a:off x="11781452" y="1473200"/>
            <a:ext cx="9795492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13678" y="-5443052"/>
            <a:ext cx="12770979" cy="15166615"/>
            <a:chOff x="0" y="0"/>
            <a:chExt cx="812800" cy="965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124" y="28204"/>
              <a:ext cx="768553" cy="908860"/>
            </a:xfrm>
            <a:custGeom>
              <a:avLst/>
              <a:gdLst/>
              <a:ahLst/>
              <a:cxnLst/>
              <a:rect r="r" b="b" t="t" l="l"/>
              <a:pathLst>
                <a:path h="908860" w="768553">
                  <a:moveTo>
                    <a:pt x="423323" y="18167"/>
                  </a:moveTo>
                  <a:lnTo>
                    <a:pt x="751629" y="408059"/>
                  </a:lnTo>
                  <a:cubicBezTo>
                    <a:pt x="774193" y="434856"/>
                    <a:pt x="774193" y="474005"/>
                    <a:pt x="751629" y="500802"/>
                  </a:cubicBezTo>
                  <a:lnTo>
                    <a:pt x="423323" y="890693"/>
                  </a:lnTo>
                  <a:cubicBezTo>
                    <a:pt x="413624" y="902212"/>
                    <a:pt x="399334" y="908860"/>
                    <a:pt x="384276" y="908860"/>
                  </a:cubicBezTo>
                  <a:cubicBezTo>
                    <a:pt x="369218" y="908860"/>
                    <a:pt x="354928" y="902212"/>
                    <a:pt x="345229" y="890693"/>
                  </a:cubicBezTo>
                  <a:lnTo>
                    <a:pt x="16923" y="500802"/>
                  </a:lnTo>
                  <a:cubicBezTo>
                    <a:pt x="-5641" y="474005"/>
                    <a:pt x="-5641" y="434856"/>
                    <a:pt x="16923" y="408059"/>
                  </a:cubicBezTo>
                  <a:lnTo>
                    <a:pt x="345229" y="18167"/>
                  </a:lnTo>
                  <a:cubicBezTo>
                    <a:pt x="354928" y="6649"/>
                    <a:pt x="369218" y="0"/>
                    <a:pt x="384276" y="0"/>
                  </a:cubicBezTo>
                  <a:cubicBezTo>
                    <a:pt x="399334" y="0"/>
                    <a:pt x="413624" y="6649"/>
                    <a:pt x="423323" y="1816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82591" y="5695364"/>
            <a:ext cx="2017683" cy="1733946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770" y="0"/>
              <a:ext cx="767260" cy="698500"/>
            </a:xfrm>
            <a:custGeom>
              <a:avLst/>
              <a:gdLst/>
              <a:ahLst/>
              <a:cxnLst/>
              <a:rect r="r" b="b" t="t" l="l"/>
              <a:pathLst>
                <a:path h="698500" w="767260">
                  <a:moveTo>
                    <a:pt x="747578" y="422214"/>
                  </a:moveTo>
                  <a:lnTo>
                    <a:pt x="629282" y="625536"/>
                  </a:lnTo>
                  <a:cubicBezTo>
                    <a:pt x="602999" y="670710"/>
                    <a:pt x="554678" y="698500"/>
                    <a:pt x="502415" y="698500"/>
                  </a:cubicBezTo>
                  <a:lnTo>
                    <a:pt x="264845" y="698500"/>
                  </a:lnTo>
                  <a:cubicBezTo>
                    <a:pt x="212582" y="698500"/>
                    <a:pt x="164261" y="670710"/>
                    <a:pt x="137978" y="625536"/>
                  </a:cubicBezTo>
                  <a:lnTo>
                    <a:pt x="19682" y="422214"/>
                  </a:lnTo>
                  <a:cubicBezTo>
                    <a:pt x="-6560" y="377111"/>
                    <a:pt x="-6560" y="321389"/>
                    <a:pt x="19682" y="276286"/>
                  </a:cubicBezTo>
                  <a:lnTo>
                    <a:pt x="137978" y="72964"/>
                  </a:lnTo>
                  <a:cubicBezTo>
                    <a:pt x="164261" y="27790"/>
                    <a:pt x="212582" y="0"/>
                    <a:pt x="264845" y="0"/>
                  </a:cubicBezTo>
                  <a:lnTo>
                    <a:pt x="502415" y="0"/>
                  </a:lnTo>
                  <a:cubicBezTo>
                    <a:pt x="554678" y="0"/>
                    <a:pt x="602999" y="27790"/>
                    <a:pt x="629282" y="72964"/>
                  </a:cubicBezTo>
                  <a:lnTo>
                    <a:pt x="747578" y="276286"/>
                  </a:lnTo>
                  <a:cubicBezTo>
                    <a:pt x="773820" y="321389"/>
                    <a:pt x="773820" y="377111"/>
                    <a:pt x="747578" y="4222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74908" y="5695364"/>
            <a:ext cx="2051609" cy="1733946"/>
            <a:chOff x="0" y="0"/>
            <a:chExt cx="826467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2394" y="0"/>
              <a:ext cx="781680" cy="698500"/>
            </a:xfrm>
            <a:custGeom>
              <a:avLst/>
              <a:gdLst/>
              <a:ahLst/>
              <a:cxnLst/>
              <a:rect r="r" b="b" t="t" l="l"/>
              <a:pathLst>
                <a:path h="698500" w="781680">
                  <a:moveTo>
                    <a:pt x="762323" y="421007"/>
                  </a:moveTo>
                  <a:lnTo>
                    <a:pt x="642623" y="626743"/>
                  </a:lnTo>
                  <a:cubicBezTo>
                    <a:pt x="616774" y="671169"/>
                    <a:pt x="569253" y="698500"/>
                    <a:pt x="517854" y="698500"/>
                  </a:cubicBezTo>
                  <a:lnTo>
                    <a:pt x="263825" y="698500"/>
                  </a:lnTo>
                  <a:cubicBezTo>
                    <a:pt x="212426" y="698500"/>
                    <a:pt x="164904" y="671169"/>
                    <a:pt x="139056" y="626743"/>
                  </a:cubicBezTo>
                  <a:lnTo>
                    <a:pt x="19356" y="421007"/>
                  </a:lnTo>
                  <a:cubicBezTo>
                    <a:pt x="-6452" y="376650"/>
                    <a:pt x="-6452" y="321850"/>
                    <a:pt x="19356" y="277493"/>
                  </a:cubicBezTo>
                  <a:lnTo>
                    <a:pt x="139056" y="71757"/>
                  </a:lnTo>
                  <a:cubicBezTo>
                    <a:pt x="164904" y="27331"/>
                    <a:pt x="212426" y="0"/>
                    <a:pt x="263825" y="0"/>
                  </a:cubicBezTo>
                  <a:lnTo>
                    <a:pt x="517854" y="0"/>
                  </a:lnTo>
                  <a:cubicBezTo>
                    <a:pt x="569253" y="0"/>
                    <a:pt x="616774" y="27331"/>
                    <a:pt x="642623" y="71757"/>
                  </a:cubicBezTo>
                  <a:lnTo>
                    <a:pt x="762323" y="277493"/>
                  </a:lnTo>
                  <a:cubicBezTo>
                    <a:pt x="788131" y="321850"/>
                    <a:pt x="788131" y="376650"/>
                    <a:pt x="762323" y="42100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57150"/>
              <a:ext cx="597867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7722" y="5695364"/>
            <a:ext cx="2017683" cy="1733946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2770" y="0"/>
              <a:ext cx="767260" cy="698500"/>
            </a:xfrm>
            <a:custGeom>
              <a:avLst/>
              <a:gdLst/>
              <a:ahLst/>
              <a:cxnLst/>
              <a:rect r="r" b="b" t="t" l="l"/>
              <a:pathLst>
                <a:path h="698500" w="767260">
                  <a:moveTo>
                    <a:pt x="747578" y="422214"/>
                  </a:moveTo>
                  <a:lnTo>
                    <a:pt x="629282" y="625536"/>
                  </a:lnTo>
                  <a:cubicBezTo>
                    <a:pt x="602999" y="670710"/>
                    <a:pt x="554678" y="698500"/>
                    <a:pt x="502415" y="698500"/>
                  </a:cubicBezTo>
                  <a:lnTo>
                    <a:pt x="264845" y="698500"/>
                  </a:lnTo>
                  <a:cubicBezTo>
                    <a:pt x="212582" y="698500"/>
                    <a:pt x="164261" y="670710"/>
                    <a:pt x="137978" y="625536"/>
                  </a:cubicBezTo>
                  <a:lnTo>
                    <a:pt x="19682" y="422214"/>
                  </a:lnTo>
                  <a:cubicBezTo>
                    <a:pt x="-6560" y="377111"/>
                    <a:pt x="-6560" y="321389"/>
                    <a:pt x="19682" y="276286"/>
                  </a:cubicBezTo>
                  <a:lnTo>
                    <a:pt x="137978" y="72964"/>
                  </a:lnTo>
                  <a:cubicBezTo>
                    <a:pt x="164261" y="27790"/>
                    <a:pt x="212582" y="0"/>
                    <a:pt x="264845" y="0"/>
                  </a:cubicBezTo>
                  <a:lnTo>
                    <a:pt x="502415" y="0"/>
                  </a:lnTo>
                  <a:cubicBezTo>
                    <a:pt x="554678" y="0"/>
                    <a:pt x="602999" y="27790"/>
                    <a:pt x="629282" y="72964"/>
                  </a:cubicBezTo>
                  <a:lnTo>
                    <a:pt x="747578" y="276286"/>
                  </a:lnTo>
                  <a:cubicBezTo>
                    <a:pt x="773820" y="321389"/>
                    <a:pt x="773820" y="377111"/>
                    <a:pt x="747578" y="4222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460208" y="7444913"/>
            <a:ext cx="37327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-549798" y="-377513"/>
            <a:ext cx="7729125" cy="9414218"/>
            <a:chOff x="0" y="0"/>
            <a:chExt cx="16190239" cy="197200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190181" cy="19720052"/>
            </a:xfrm>
            <a:custGeom>
              <a:avLst/>
              <a:gdLst/>
              <a:ahLst/>
              <a:cxnLst/>
              <a:rect r="r" b="b" t="t" l="l"/>
              <a:pathLst>
                <a:path h="19720052" w="16190181">
                  <a:moveTo>
                    <a:pt x="12380849" y="0"/>
                  </a:moveTo>
                  <a:lnTo>
                    <a:pt x="0" y="34290"/>
                  </a:lnTo>
                  <a:lnTo>
                    <a:pt x="0" y="15743810"/>
                  </a:lnTo>
                  <a:lnTo>
                    <a:pt x="2982722" y="19236310"/>
                  </a:lnTo>
                  <a:cubicBezTo>
                    <a:pt x="3257931" y="19558508"/>
                    <a:pt x="3644265" y="19719672"/>
                    <a:pt x="4030726" y="19720052"/>
                  </a:cubicBezTo>
                  <a:lnTo>
                    <a:pt x="4033139" y="19720052"/>
                  </a:lnTo>
                  <a:cubicBezTo>
                    <a:pt x="4421124" y="19719671"/>
                    <a:pt x="4809109" y="19557239"/>
                    <a:pt x="5084191" y="19232753"/>
                  </a:cubicBezTo>
                  <a:lnTo>
                    <a:pt x="15684754" y="6734810"/>
                  </a:lnTo>
                  <a:cubicBezTo>
                    <a:pt x="16353155" y="5946775"/>
                    <a:pt x="16359251" y="4792599"/>
                    <a:pt x="15699232" y="3997579"/>
                  </a:cubicBezTo>
                  <a:lnTo>
                    <a:pt x="12380849" y="0"/>
                  </a:lnTo>
                  <a:close/>
                </a:path>
              </a:pathLst>
            </a:custGeom>
            <a:blipFill>
              <a:blip r:embed="rId2"/>
              <a:stretch>
                <a:fillRect l="-60228" t="0" r="-60228" b="0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 flipV="true">
            <a:off x="731617" y="6562337"/>
            <a:ext cx="4271122" cy="5196087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8" id="18"/>
          <p:cNvGrpSpPr/>
          <p:nvPr/>
        </p:nvGrpSpPr>
        <p:grpSpPr>
          <a:xfrm rot="-10800000">
            <a:off x="9774984" y="9882453"/>
            <a:ext cx="12705428" cy="1307213"/>
            <a:chOff x="0" y="0"/>
            <a:chExt cx="3346286" cy="3442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46286" cy="344286"/>
            </a:xfrm>
            <a:custGeom>
              <a:avLst/>
              <a:gdLst/>
              <a:ahLst/>
              <a:cxnLst/>
              <a:rect r="r" b="b" t="t" l="l"/>
              <a:pathLst>
                <a:path h="344286" w="3346286">
                  <a:moveTo>
                    <a:pt x="0" y="0"/>
                  </a:moveTo>
                  <a:lnTo>
                    <a:pt x="3346286" y="0"/>
                  </a:lnTo>
                  <a:lnTo>
                    <a:pt x="3346286" y="344286"/>
                  </a:lnTo>
                  <a:lnTo>
                    <a:pt x="0" y="344286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346286" cy="401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702930" y="6078306"/>
            <a:ext cx="1247266" cy="1074208"/>
          </a:xfrm>
          <a:custGeom>
            <a:avLst/>
            <a:gdLst/>
            <a:ahLst/>
            <a:cxnLst/>
            <a:rect r="r" b="b" t="t" l="l"/>
            <a:pathLst>
              <a:path h="1074208" w="1247266">
                <a:moveTo>
                  <a:pt x="0" y="0"/>
                </a:moveTo>
                <a:lnTo>
                  <a:pt x="1247266" y="0"/>
                </a:lnTo>
                <a:lnTo>
                  <a:pt x="1247266" y="1074207"/>
                </a:lnTo>
                <a:lnTo>
                  <a:pt x="0" y="10742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424293" y="5972161"/>
            <a:ext cx="1352839" cy="1180352"/>
          </a:xfrm>
          <a:custGeom>
            <a:avLst/>
            <a:gdLst/>
            <a:ahLst/>
            <a:cxnLst/>
            <a:rect r="r" b="b" t="t" l="l"/>
            <a:pathLst>
              <a:path h="1180352" w="1352839">
                <a:moveTo>
                  <a:pt x="0" y="0"/>
                </a:moveTo>
                <a:lnTo>
                  <a:pt x="1352839" y="0"/>
                </a:lnTo>
                <a:lnTo>
                  <a:pt x="1352839" y="1180352"/>
                </a:lnTo>
                <a:lnTo>
                  <a:pt x="0" y="11803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51229" y="6021281"/>
            <a:ext cx="1172084" cy="1172084"/>
          </a:xfrm>
          <a:custGeom>
            <a:avLst/>
            <a:gdLst/>
            <a:ahLst/>
            <a:cxnLst/>
            <a:rect r="r" b="b" t="t" l="l"/>
            <a:pathLst>
              <a:path h="1172084" w="1172084">
                <a:moveTo>
                  <a:pt x="0" y="0"/>
                </a:moveTo>
                <a:lnTo>
                  <a:pt x="1172083" y="0"/>
                </a:lnTo>
                <a:lnTo>
                  <a:pt x="1172083" y="1172084"/>
                </a:lnTo>
                <a:lnTo>
                  <a:pt x="0" y="11720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192918" y="876300"/>
            <a:ext cx="623039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2918" y="1651719"/>
            <a:ext cx="706638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ARCHITECTURE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55556" y="2707947"/>
            <a:ext cx="10277622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was developed using a full-stack architechture.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database holds system data, the basckend handles requests and the frontend manages the user interface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REST API is used by all components to communicate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97613" y="7444913"/>
            <a:ext cx="289437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92035" y="7444913"/>
            <a:ext cx="385772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37275" y="8046304"/>
            <a:ext cx="2871326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Tailwind CSS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Vite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Interface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32121" y="7996316"/>
            <a:ext cx="3659668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Node.js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Express API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Request handling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logic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64418" y="8046304"/>
            <a:ext cx="2867511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MongoDB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storage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data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Referral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9775" y="5836916"/>
            <a:ext cx="5129124" cy="3421384"/>
            <a:chOff x="0" y="0"/>
            <a:chExt cx="1350880" cy="901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0880" cy="901105"/>
            </a:xfrm>
            <a:custGeom>
              <a:avLst/>
              <a:gdLst/>
              <a:ahLst/>
              <a:cxnLst/>
              <a:rect r="r" b="b" t="t" l="l"/>
              <a:pathLst>
                <a:path h="901105" w="1350880">
                  <a:moveTo>
                    <a:pt x="45282" y="0"/>
                  </a:moveTo>
                  <a:lnTo>
                    <a:pt x="1305598" y="0"/>
                  </a:lnTo>
                  <a:cubicBezTo>
                    <a:pt x="1330607" y="0"/>
                    <a:pt x="1350880" y="20273"/>
                    <a:pt x="1350880" y="45282"/>
                  </a:cubicBezTo>
                  <a:lnTo>
                    <a:pt x="1350880" y="855823"/>
                  </a:lnTo>
                  <a:cubicBezTo>
                    <a:pt x="1350880" y="867833"/>
                    <a:pt x="1346110" y="879350"/>
                    <a:pt x="1337618" y="887842"/>
                  </a:cubicBezTo>
                  <a:cubicBezTo>
                    <a:pt x="1329126" y="896335"/>
                    <a:pt x="1317608" y="901105"/>
                    <a:pt x="1305598" y="901105"/>
                  </a:cubicBezTo>
                  <a:lnTo>
                    <a:pt x="45282" y="901105"/>
                  </a:lnTo>
                  <a:cubicBezTo>
                    <a:pt x="33273" y="901105"/>
                    <a:pt x="21755" y="896335"/>
                    <a:pt x="13263" y="887842"/>
                  </a:cubicBezTo>
                  <a:cubicBezTo>
                    <a:pt x="4771" y="879350"/>
                    <a:pt x="0" y="867833"/>
                    <a:pt x="0" y="855823"/>
                  </a:cubicBezTo>
                  <a:lnTo>
                    <a:pt x="0" y="45282"/>
                  </a:lnTo>
                  <a:cubicBezTo>
                    <a:pt x="0" y="33273"/>
                    <a:pt x="4771" y="21755"/>
                    <a:pt x="13263" y="13263"/>
                  </a:cubicBezTo>
                  <a:cubicBezTo>
                    <a:pt x="21755" y="4771"/>
                    <a:pt x="33273" y="0"/>
                    <a:pt x="452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50880" cy="958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79438" y="5836916"/>
            <a:ext cx="5129124" cy="3421384"/>
            <a:chOff x="0" y="0"/>
            <a:chExt cx="1350880" cy="901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0880" cy="901105"/>
            </a:xfrm>
            <a:custGeom>
              <a:avLst/>
              <a:gdLst/>
              <a:ahLst/>
              <a:cxnLst/>
              <a:rect r="r" b="b" t="t" l="l"/>
              <a:pathLst>
                <a:path h="901105" w="1350880">
                  <a:moveTo>
                    <a:pt x="45282" y="0"/>
                  </a:moveTo>
                  <a:lnTo>
                    <a:pt x="1305598" y="0"/>
                  </a:lnTo>
                  <a:cubicBezTo>
                    <a:pt x="1330607" y="0"/>
                    <a:pt x="1350880" y="20273"/>
                    <a:pt x="1350880" y="45282"/>
                  </a:cubicBezTo>
                  <a:lnTo>
                    <a:pt x="1350880" y="855823"/>
                  </a:lnTo>
                  <a:cubicBezTo>
                    <a:pt x="1350880" y="867833"/>
                    <a:pt x="1346110" y="879350"/>
                    <a:pt x="1337618" y="887842"/>
                  </a:cubicBezTo>
                  <a:cubicBezTo>
                    <a:pt x="1329126" y="896335"/>
                    <a:pt x="1317608" y="901105"/>
                    <a:pt x="1305598" y="901105"/>
                  </a:cubicBezTo>
                  <a:lnTo>
                    <a:pt x="45282" y="901105"/>
                  </a:lnTo>
                  <a:cubicBezTo>
                    <a:pt x="33273" y="901105"/>
                    <a:pt x="21755" y="896335"/>
                    <a:pt x="13263" y="887842"/>
                  </a:cubicBezTo>
                  <a:cubicBezTo>
                    <a:pt x="4771" y="879350"/>
                    <a:pt x="0" y="867833"/>
                    <a:pt x="0" y="855823"/>
                  </a:cubicBezTo>
                  <a:lnTo>
                    <a:pt x="0" y="45282"/>
                  </a:lnTo>
                  <a:cubicBezTo>
                    <a:pt x="0" y="33273"/>
                    <a:pt x="4771" y="21755"/>
                    <a:pt x="13263" y="13263"/>
                  </a:cubicBezTo>
                  <a:cubicBezTo>
                    <a:pt x="21755" y="4771"/>
                    <a:pt x="33273" y="0"/>
                    <a:pt x="452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50880" cy="958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27662" y="5836916"/>
            <a:ext cx="5129124" cy="3421384"/>
            <a:chOff x="0" y="0"/>
            <a:chExt cx="1350880" cy="9011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0880" cy="901105"/>
            </a:xfrm>
            <a:custGeom>
              <a:avLst/>
              <a:gdLst/>
              <a:ahLst/>
              <a:cxnLst/>
              <a:rect r="r" b="b" t="t" l="l"/>
              <a:pathLst>
                <a:path h="901105" w="1350880">
                  <a:moveTo>
                    <a:pt x="45282" y="0"/>
                  </a:moveTo>
                  <a:lnTo>
                    <a:pt x="1305598" y="0"/>
                  </a:lnTo>
                  <a:cubicBezTo>
                    <a:pt x="1330607" y="0"/>
                    <a:pt x="1350880" y="20273"/>
                    <a:pt x="1350880" y="45282"/>
                  </a:cubicBezTo>
                  <a:lnTo>
                    <a:pt x="1350880" y="855823"/>
                  </a:lnTo>
                  <a:cubicBezTo>
                    <a:pt x="1350880" y="867833"/>
                    <a:pt x="1346110" y="879350"/>
                    <a:pt x="1337618" y="887842"/>
                  </a:cubicBezTo>
                  <a:cubicBezTo>
                    <a:pt x="1329126" y="896335"/>
                    <a:pt x="1317608" y="901105"/>
                    <a:pt x="1305598" y="901105"/>
                  </a:cubicBezTo>
                  <a:lnTo>
                    <a:pt x="45282" y="901105"/>
                  </a:lnTo>
                  <a:cubicBezTo>
                    <a:pt x="33273" y="901105"/>
                    <a:pt x="21755" y="896335"/>
                    <a:pt x="13263" y="887842"/>
                  </a:cubicBezTo>
                  <a:cubicBezTo>
                    <a:pt x="4771" y="879350"/>
                    <a:pt x="0" y="867833"/>
                    <a:pt x="0" y="855823"/>
                  </a:cubicBezTo>
                  <a:lnTo>
                    <a:pt x="0" y="45282"/>
                  </a:lnTo>
                  <a:cubicBezTo>
                    <a:pt x="0" y="33273"/>
                    <a:pt x="4771" y="21755"/>
                    <a:pt x="13263" y="13263"/>
                  </a:cubicBezTo>
                  <a:cubicBezTo>
                    <a:pt x="21755" y="4771"/>
                    <a:pt x="33273" y="0"/>
                    <a:pt x="452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50880" cy="958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85496" y="4969943"/>
            <a:ext cx="2017683" cy="1733946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2770" y="0"/>
              <a:ext cx="767260" cy="698500"/>
            </a:xfrm>
            <a:custGeom>
              <a:avLst/>
              <a:gdLst/>
              <a:ahLst/>
              <a:cxnLst/>
              <a:rect r="r" b="b" t="t" l="l"/>
              <a:pathLst>
                <a:path h="698500" w="767260">
                  <a:moveTo>
                    <a:pt x="747578" y="422214"/>
                  </a:moveTo>
                  <a:lnTo>
                    <a:pt x="629282" y="625536"/>
                  </a:lnTo>
                  <a:cubicBezTo>
                    <a:pt x="602999" y="670710"/>
                    <a:pt x="554678" y="698500"/>
                    <a:pt x="502415" y="698500"/>
                  </a:cubicBezTo>
                  <a:lnTo>
                    <a:pt x="264845" y="698500"/>
                  </a:lnTo>
                  <a:cubicBezTo>
                    <a:pt x="212582" y="698500"/>
                    <a:pt x="164261" y="670710"/>
                    <a:pt x="137978" y="625536"/>
                  </a:cubicBezTo>
                  <a:lnTo>
                    <a:pt x="19682" y="422214"/>
                  </a:lnTo>
                  <a:cubicBezTo>
                    <a:pt x="-6560" y="377111"/>
                    <a:pt x="-6560" y="321389"/>
                    <a:pt x="19682" y="276286"/>
                  </a:cubicBezTo>
                  <a:lnTo>
                    <a:pt x="137978" y="72964"/>
                  </a:lnTo>
                  <a:cubicBezTo>
                    <a:pt x="164261" y="27790"/>
                    <a:pt x="212582" y="0"/>
                    <a:pt x="264845" y="0"/>
                  </a:cubicBezTo>
                  <a:lnTo>
                    <a:pt x="502415" y="0"/>
                  </a:lnTo>
                  <a:cubicBezTo>
                    <a:pt x="554678" y="0"/>
                    <a:pt x="602999" y="27790"/>
                    <a:pt x="629282" y="72964"/>
                  </a:cubicBezTo>
                  <a:lnTo>
                    <a:pt x="747578" y="276286"/>
                  </a:lnTo>
                  <a:cubicBezTo>
                    <a:pt x="773820" y="321389"/>
                    <a:pt x="773820" y="377111"/>
                    <a:pt x="747578" y="4222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5159" y="4969943"/>
            <a:ext cx="2017683" cy="1733946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2770" y="0"/>
              <a:ext cx="767260" cy="698500"/>
            </a:xfrm>
            <a:custGeom>
              <a:avLst/>
              <a:gdLst/>
              <a:ahLst/>
              <a:cxnLst/>
              <a:rect r="r" b="b" t="t" l="l"/>
              <a:pathLst>
                <a:path h="698500" w="767260">
                  <a:moveTo>
                    <a:pt x="747578" y="422214"/>
                  </a:moveTo>
                  <a:lnTo>
                    <a:pt x="629282" y="625536"/>
                  </a:lnTo>
                  <a:cubicBezTo>
                    <a:pt x="602999" y="670710"/>
                    <a:pt x="554678" y="698500"/>
                    <a:pt x="502415" y="698500"/>
                  </a:cubicBezTo>
                  <a:lnTo>
                    <a:pt x="264845" y="698500"/>
                  </a:lnTo>
                  <a:cubicBezTo>
                    <a:pt x="212582" y="698500"/>
                    <a:pt x="164261" y="670710"/>
                    <a:pt x="137978" y="625536"/>
                  </a:cubicBezTo>
                  <a:lnTo>
                    <a:pt x="19682" y="422214"/>
                  </a:lnTo>
                  <a:cubicBezTo>
                    <a:pt x="-6560" y="377111"/>
                    <a:pt x="-6560" y="321389"/>
                    <a:pt x="19682" y="276286"/>
                  </a:cubicBezTo>
                  <a:lnTo>
                    <a:pt x="137978" y="72964"/>
                  </a:lnTo>
                  <a:cubicBezTo>
                    <a:pt x="164261" y="27790"/>
                    <a:pt x="212582" y="0"/>
                    <a:pt x="264845" y="0"/>
                  </a:cubicBezTo>
                  <a:lnTo>
                    <a:pt x="502415" y="0"/>
                  </a:lnTo>
                  <a:cubicBezTo>
                    <a:pt x="554678" y="0"/>
                    <a:pt x="602999" y="27790"/>
                    <a:pt x="629282" y="72964"/>
                  </a:cubicBezTo>
                  <a:lnTo>
                    <a:pt x="747578" y="276286"/>
                  </a:lnTo>
                  <a:cubicBezTo>
                    <a:pt x="773820" y="321389"/>
                    <a:pt x="773820" y="377111"/>
                    <a:pt x="747578" y="4222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83383" y="4969943"/>
            <a:ext cx="2017683" cy="1733946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2770" y="0"/>
              <a:ext cx="767260" cy="698500"/>
            </a:xfrm>
            <a:custGeom>
              <a:avLst/>
              <a:gdLst/>
              <a:ahLst/>
              <a:cxnLst/>
              <a:rect r="r" b="b" t="t" l="l"/>
              <a:pathLst>
                <a:path h="698500" w="767260">
                  <a:moveTo>
                    <a:pt x="747578" y="422214"/>
                  </a:moveTo>
                  <a:lnTo>
                    <a:pt x="629282" y="625536"/>
                  </a:lnTo>
                  <a:cubicBezTo>
                    <a:pt x="602999" y="670710"/>
                    <a:pt x="554678" y="698500"/>
                    <a:pt x="502415" y="698500"/>
                  </a:cubicBezTo>
                  <a:lnTo>
                    <a:pt x="264845" y="698500"/>
                  </a:lnTo>
                  <a:cubicBezTo>
                    <a:pt x="212582" y="698500"/>
                    <a:pt x="164261" y="670710"/>
                    <a:pt x="137978" y="625536"/>
                  </a:cubicBezTo>
                  <a:lnTo>
                    <a:pt x="19682" y="422214"/>
                  </a:lnTo>
                  <a:cubicBezTo>
                    <a:pt x="-6560" y="377111"/>
                    <a:pt x="-6560" y="321389"/>
                    <a:pt x="19682" y="276286"/>
                  </a:cubicBezTo>
                  <a:lnTo>
                    <a:pt x="137978" y="72964"/>
                  </a:lnTo>
                  <a:cubicBezTo>
                    <a:pt x="164261" y="27790"/>
                    <a:pt x="212582" y="0"/>
                    <a:pt x="264845" y="0"/>
                  </a:cubicBezTo>
                  <a:lnTo>
                    <a:pt x="502415" y="0"/>
                  </a:lnTo>
                  <a:cubicBezTo>
                    <a:pt x="554678" y="0"/>
                    <a:pt x="602999" y="27790"/>
                    <a:pt x="629282" y="72964"/>
                  </a:cubicBezTo>
                  <a:lnTo>
                    <a:pt x="747578" y="276286"/>
                  </a:lnTo>
                  <a:cubicBezTo>
                    <a:pt x="773820" y="321389"/>
                    <a:pt x="773820" y="377111"/>
                    <a:pt x="747578" y="4222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781452" y="1473200"/>
            <a:ext cx="9795492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-5891095" y="9984888"/>
            <a:ext cx="12705428" cy="1307213"/>
            <a:chOff x="0" y="0"/>
            <a:chExt cx="3346286" cy="3442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46286" cy="344286"/>
            </a:xfrm>
            <a:custGeom>
              <a:avLst/>
              <a:gdLst/>
              <a:ahLst/>
              <a:cxnLst/>
              <a:rect r="r" b="b" t="t" l="l"/>
              <a:pathLst>
                <a:path h="344286" w="3346286">
                  <a:moveTo>
                    <a:pt x="0" y="0"/>
                  </a:moveTo>
                  <a:lnTo>
                    <a:pt x="3346286" y="0"/>
                  </a:lnTo>
                  <a:lnTo>
                    <a:pt x="3346286" y="344286"/>
                  </a:lnTo>
                  <a:lnTo>
                    <a:pt x="0" y="344286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346286" cy="401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991312" y="5315459"/>
            <a:ext cx="1206051" cy="1206051"/>
          </a:xfrm>
          <a:custGeom>
            <a:avLst/>
            <a:gdLst/>
            <a:ahLst/>
            <a:cxnLst/>
            <a:rect r="r" b="b" t="t" l="l"/>
            <a:pathLst>
              <a:path h="1206051" w="1206051">
                <a:moveTo>
                  <a:pt x="0" y="0"/>
                </a:moveTo>
                <a:lnTo>
                  <a:pt x="1206051" y="0"/>
                </a:lnTo>
                <a:lnTo>
                  <a:pt x="1206051" y="1206051"/>
                </a:lnTo>
                <a:lnTo>
                  <a:pt x="0" y="1206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555468" y="5262231"/>
            <a:ext cx="1177064" cy="1096141"/>
          </a:xfrm>
          <a:custGeom>
            <a:avLst/>
            <a:gdLst/>
            <a:ahLst/>
            <a:cxnLst/>
            <a:rect r="r" b="b" t="t" l="l"/>
            <a:pathLst>
              <a:path h="1096141" w="1177064">
                <a:moveTo>
                  <a:pt x="0" y="0"/>
                </a:moveTo>
                <a:lnTo>
                  <a:pt x="1177064" y="0"/>
                </a:lnTo>
                <a:lnTo>
                  <a:pt x="1177064" y="1096141"/>
                </a:lnTo>
                <a:lnTo>
                  <a:pt x="0" y="1096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089812" y="5371768"/>
            <a:ext cx="1265709" cy="930296"/>
          </a:xfrm>
          <a:custGeom>
            <a:avLst/>
            <a:gdLst/>
            <a:ahLst/>
            <a:cxnLst/>
            <a:rect r="r" b="b" t="t" l="l"/>
            <a:pathLst>
              <a:path h="930296" w="1265709">
                <a:moveTo>
                  <a:pt x="0" y="0"/>
                </a:moveTo>
                <a:lnTo>
                  <a:pt x="1265709" y="0"/>
                </a:lnTo>
                <a:lnTo>
                  <a:pt x="1265709" y="930296"/>
                </a:lnTo>
                <a:lnTo>
                  <a:pt x="0" y="930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8700" y="876300"/>
            <a:ext cx="7333783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MODULE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1651719"/>
            <a:ext cx="706638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DESIGN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2822873"/>
            <a:ext cx="16230600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was divided into several modules to make development easier.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Each module handles a different part of the system and all modules work together to form the complete application.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7222" y="6894389"/>
            <a:ext cx="419423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 Module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27194" y="6894389"/>
            <a:ext cx="403361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Referral Module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62557" y="6894389"/>
            <a:ext cx="465933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&amp; Analytics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4671" y="7480933"/>
            <a:ext cx="4659333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Login system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roles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 authentication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Access control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14333" y="7480933"/>
            <a:ext cx="4659333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referrals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Track referrals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Update status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62557" y="7480933"/>
            <a:ext cx="4659333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Manager dashboard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Statistics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SLA monitoring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83842" y="5760239"/>
            <a:ext cx="28033613" cy="5985118"/>
            <a:chOff x="0" y="0"/>
            <a:chExt cx="7383338" cy="15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83338" cy="1576327"/>
            </a:xfrm>
            <a:custGeom>
              <a:avLst/>
              <a:gdLst/>
              <a:ahLst/>
              <a:cxnLst/>
              <a:rect r="r" b="b" t="t" l="l"/>
              <a:pathLst>
                <a:path h="1576327" w="7383338">
                  <a:moveTo>
                    <a:pt x="0" y="0"/>
                  </a:moveTo>
                  <a:lnTo>
                    <a:pt x="7383338" y="0"/>
                  </a:lnTo>
                  <a:lnTo>
                    <a:pt x="7383338" y="1576327"/>
                  </a:lnTo>
                  <a:lnTo>
                    <a:pt x="0" y="1576327"/>
                  </a:ln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383338" cy="1633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3302" y="4804825"/>
            <a:ext cx="2223509" cy="1910828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662" y="0"/>
              <a:ext cx="771475" cy="698500"/>
            </a:xfrm>
            <a:custGeom>
              <a:avLst/>
              <a:gdLst/>
              <a:ahLst/>
              <a:cxnLst/>
              <a:rect r="r" b="b" t="t" l="l"/>
              <a:pathLst>
                <a:path h="698500" w="771475">
                  <a:moveTo>
                    <a:pt x="753616" y="415460"/>
                  </a:moveTo>
                  <a:lnTo>
                    <a:pt x="627460" y="632290"/>
                  </a:lnTo>
                  <a:cubicBezTo>
                    <a:pt x="603610" y="673282"/>
                    <a:pt x="559762" y="698500"/>
                    <a:pt x="512337" y="698500"/>
                  </a:cubicBezTo>
                  <a:lnTo>
                    <a:pt x="259139" y="698500"/>
                  </a:lnTo>
                  <a:cubicBezTo>
                    <a:pt x="211714" y="698500"/>
                    <a:pt x="167866" y="673282"/>
                    <a:pt x="144016" y="632290"/>
                  </a:cubicBezTo>
                  <a:lnTo>
                    <a:pt x="17860" y="415460"/>
                  </a:lnTo>
                  <a:cubicBezTo>
                    <a:pt x="-5953" y="374532"/>
                    <a:pt x="-5953" y="323968"/>
                    <a:pt x="17860" y="283040"/>
                  </a:cubicBezTo>
                  <a:lnTo>
                    <a:pt x="144016" y="66210"/>
                  </a:lnTo>
                  <a:cubicBezTo>
                    <a:pt x="167866" y="25218"/>
                    <a:pt x="211714" y="0"/>
                    <a:pt x="259139" y="0"/>
                  </a:cubicBezTo>
                  <a:lnTo>
                    <a:pt x="512337" y="0"/>
                  </a:lnTo>
                  <a:cubicBezTo>
                    <a:pt x="559762" y="0"/>
                    <a:pt x="603610" y="25218"/>
                    <a:pt x="627460" y="66210"/>
                  </a:cubicBezTo>
                  <a:lnTo>
                    <a:pt x="753616" y="283040"/>
                  </a:lnTo>
                  <a:cubicBezTo>
                    <a:pt x="777429" y="323968"/>
                    <a:pt x="777429" y="374532"/>
                    <a:pt x="753616" y="4154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2965" y="4804825"/>
            <a:ext cx="2223509" cy="1910828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0662" y="0"/>
              <a:ext cx="771475" cy="698500"/>
            </a:xfrm>
            <a:custGeom>
              <a:avLst/>
              <a:gdLst/>
              <a:ahLst/>
              <a:cxnLst/>
              <a:rect r="r" b="b" t="t" l="l"/>
              <a:pathLst>
                <a:path h="698500" w="771475">
                  <a:moveTo>
                    <a:pt x="753616" y="415460"/>
                  </a:moveTo>
                  <a:lnTo>
                    <a:pt x="627460" y="632290"/>
                  </a:lnTo>
                  <a:cubicBezTo>
                    <a:pt x="603610" y="673282"/>
                    <a:pt x="559762" y="698500"/>
                    <a:pt x="512337" y="698500"/>
                  </a:cubicBezTo>
                  <a:lnTo>
                    <a:pt x="259139" y="698500"/>
                  </a:lnTo>
                  <a:cubicBezTo>
                    <a:pt x="211714" y="698500"/>
                    <a:pt x="167866" y="673282"/>
                    <a:pt x="144016" y="632290"/>
                  </a:cubicBezTo>
                  <a:lnTo>
                    <a:pt x="17860" y="415460"/>
                  </a:lnTo>
                  <a:cubicBezTo>
                    <a:pt x="-5953" y="374532"/>
                    <a:pt x="-5953" y="323968"/>
                    <a:pt x="17860" y="283040"/>
                  </a:cubicBezTo>
                  <a:lnTo>
                    <a:pt x="144016" y="66210"/>
                  </a:lnTo>
                  <a:cubicBezTo>
                    <a:pt x="167866" y="25218"/>
                    <a:pt x="211714" y="0"/>
                    <a:pt x="259139" y="0"/>
                  </a:cubicBezTo>
                  <a:lnTo>
                    <a:pt x="512337" y="0"/>
                  </a:lnTo>
                  <a:cubicBezTo>
                    <a:pt x="559762" y="0"/>
                    <a:pt x="603610" y="25218"/>
                    <a:pt x="627460" y="66210"/>
                  </a:cubicBezTo>
                  <a:lnTo>
                    <a:pt x="753616" y="283040"/>
                  </a:lnTo>
                  <a:cubicBezTo>
                    <a:pt x="777429" y="323968"/>
                    <a:pt x="777429" y="374532"/>
                    <a:pt x="753616" y="4154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81189" y="4804825"/>
            <a:ext cx="2223509" cy="1910828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0662" y="0"/>
              <a:ext cx="771475" cy="698500"/>
            </a:xfrm>
            <a:custGeom>
              <a:avLst/>
              <a:gdLst/>
              <a:ahLst/>
              <a:cxnLst/>
              <a:rect r="r" b="b" t="t" l="l"/>
              <a:pathLst>
                <a:path h="698500" w="771475">
                  <a:moveTo>
                    <a:pt x="753616" y="415460"/>
                  </a:moveTo>
                  <a:lnTo>
                    <a:pt x="627460" y="632290"/>
                  </a:lnTo>
                  <a:cubicBezTo>
                    <a:pt x="603610" y="673282"/>
                    <a:pt x="559762" y="698500"/>
                    <a:pt x="512337" y="698500"/>
                  </a:cubicBezTo>
                  <a:lnTo>
                    <a:pt x="259139" y="698500"/>
                  </a:lnTo>
                  <a:cubicBezTo>
                    <a:pt x="211714" y="698500"/>
                    <a:pt x="167866" y="673282"/>
                    <a:pt x="144016" y="632290"/>
                  </a:cubicBezTo>
                  <a:lnTo>
                    <a:pt x="17860" y="415460"/>
                  </a:lnTo>
                  <a:cubicBezTo>
                    <a:pt x="-5953" y="374532"/>
                    <a:pt x="-5953" y="323968"/>
                    <a:pt x="17860" y="283040"/>
                  </a:cubicBezTo>
                  <a:lnTo>
                    <a:pt x="144016" y="66210"/>
                  </a:lnTo>
                  <a:cubicBezTo>
                    <a:pt x="167866" y="25218"/>
                    <a:pt x="211714" y="0"/>
                    <a:pt x="259139" y="0"/>
                  </a:cubicBezTo>
                  <a:lnTo>
                    <a:pt x="512337" y="0"/>
                  </a:lnTo>
                  <a:cubicBezTo>
                    <a:pt x="559762" y="0"/>
                    <a:pt x="603610" y="25218"/>
                    <a:pt x="627460" y="66210"/>
                  </a:cubicBezTo>
                  <a:lnTo>
                    <a:pt x="753616" y="283040"/>
                  </a:lnTo>
                  <a:cubicBezTo>
                    <a:pt x="777429" y="323968"/>
                    <a:pt x="777429" y="374532"/>
                    <a:pt x="753616" y="4154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5150152" y="1057275"/>
            <a:ext cx="440770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-1919111" y="1057275"/>
            <a:ext cx="505910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3046520" y="5069463"/>
            <a:ext cx="1222674" cy="1381553"/>
          </a:xfrm>
          <a:custGeom>
            <a:avLst/>
            <a:gdLst/>
            <a:ahLst/>
            <a:cxnLst/>
            <a:rect r="r" b="b" t="t" l="l"/>
            <a:pathLst>
              <a:path h="1381553" w="1222674">
                <a:moveTo>
                  <a:pt x="0" y="0"/>
                </a:moveTo>
                <a:lnTo>
                  <a:pt x="1222674" y="0"/>
                </a:lnTo>
                <a:lnTo>
                  <a:pt x="1222674" y="1381552"/>
                </a:lnTo>
                <a:lnTo>
                  <a:pt x="0" y="1381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36028" y="5069463"/>
            <a:ext cx="1415945" cy="1415945"/>
          </a:xfrm>
          <a:custGeom>
            <a:avLst/>
            <a:gdLst/>
            <a:ahLst/>
            <a:cxnLst/>
            <a:rect r="r" b="b" t="t" l="l"/>
            <a:pathLst>
              <a:path h="1415945" w="1415945">
                <a:moveTo>
                  <a:pt x="0" y="0"/>
                </a:moveTo>
                <a:lnTo>
                  <a:pt x="1415944" y="0"/>
                </a:lnTo>
                <a:lnTo>
                  <a:pt x="1415944" y="1415945"/>
                </a:lnTo>
                <a:lnTo>
                  <a:pt x="0" y="1415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18849" y="5143500"/>
            <a:ext cx="1446767" cy="1307515"/>
          </a:xfrm>
          <a:custGeom>
            <a:avLst/>
            <a:gdLst/>
            <a:ahLst/>
            <a:cxnLst/>
            <a:rect r="r" b="b" t="t" l="l"/>
            <a:pathLst>
              <a:path h="1307515" w="1446767">
                <a:moveTo>
                  <a:pt x="0" y="0"/>
                </a:moveTo>
                <a:lnTo>
                  <a:pt x="1446767" y="0"/>
                </a:lnTo>
                <a:lnTo>
                  <a:pt x="1446767" y="1307515"/>
                </a:lnTo>
                <a:lnTo>
                  <a:pt x="0" y="1307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777453" y="876300"/>
            <a:ext cx="10733095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AGILE DEVELOPMENT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75410" y="1635125"/>
            <a:ext cx="6137180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733414"/>
            <a:ext cx="16230600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 used Agile methodology during the development of the system.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project was completed 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 by step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by dividing tasks, testing regularly, and working 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together as a team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using GitHub.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8408" y="7040739"/>
            <a:ext cx="463329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7975" y="7040739"/>
            <a:ext cx="511349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26587" y="7040739"/>
            <a:ext cx="513271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4485" y="7684455"/>
            <a:ext cx="5113490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backlogs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Task division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Sprint planning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discussions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05342" y="7684455"/>
            <a:ext cx="5113490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coding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coding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Module integration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version control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74510" y="7684455"/>
            <a:ext cx="5113490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Functional Testing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Finding Errors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Bug fixing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improvement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916" y="2300952"/>
            <a:ext cx="13158187" cy="2693589"/>
            <a:chOff x="0" y="0"/>
            <a:chExt cx="3122189" cy="639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2189" cy="639138"/>
            </a:xfrm>
            <a:custGeom>
              <a:avLst/>
              <a:gdLst/>
              <a:ahLst/>
              <a:cxnLst/>
              <a:rect r="r" b="b" t="t" l="l"/>
              <a:pathLst>
                <a:path h="639138" w="3122189">
                  <a:moveTo>
                    <a:pt x="10591" y="0"/>
                  </a:moveTo>
                  <a:lnTo>
                    <a:pt x="3111599" y="0"/>
                  </a:lnTo>
                  <a:cubicBezTo>
                    <a:pt x="3117448" y="0"/>
                    <a:pt x="3122189" y="4742"/>
                    <a:pt x="3122189" y="10591"/>
                  </a:cubicBezTo>
                  <a:lnTo>
                    <a:pt x="3122189" y="628547"/>
                  </a:lnTo>
                  <a:cubicBezTo>
                    <a:pt x="3122189" y="634396"/>
                    <a:pt x="3117448" y="639138"/>
                    <a:pt x="3111599" y="639138"/>
                  </a:cubicBezTo>
                  <a:lnTo>
                    <a:pt x="10591" y="639138"/>
                  </a:lnTo>
                  <a:cubicBezTo>
                    <a:pt x="4742" y="639138"/>
                    <a:pt x="0" y="634396"/>
                    <a:pt x="0" y="628547"/>
                  </a:cubicBezTo>
                  <a:lnTo>
                    <a:pt x="0" y="10591"/>
                  </a:lnTo>
                  <a:cubicBezTo>
                    <a:pt x="0" y="4742"/>
                    <a:pt x="4742" y="0"/>
                    <a:pt x="105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122189" cy="696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8916" y="5680075"/>
            <a:ext cx="3664330" cy="3546118"/>
            <a:chOff x="0" y="0"/>
            <a:chExt cx="912935" cy="8834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2935" cy="883483"/>
            </a:xfrm>
            <a:custGeom>
              <a:avLst/>
              <a:gdLst/>
              <a:ahLst/>
              <a:cxnLst/>
              <a:rect r="r" b="b" t="t" l="l"/>
              <a:pathLst>
                <a:path h="883483" w="912935">
                  <a:moveTo>
                    <a:pt x="38030" y="0"/>
                  </a:moveTo>
                  <a:lnTo>
                    <a:pt x="874905" y="0"/>
                  </a:lnTo>
                  <a:cubicBezTo>
                    <a:pt x="895908" y="0"/>
                    <a:pt x="912935" y="17027"/>
                    <a:pt x="912935" y="38030"/>
                  </a:cubicBezTo>
                  <a:lnTo>
                    <a:pt x="912935" y="845453"/>
                  </a:lnTo>
                  <a:cubicBezTo>
                    <a:pt x="912935" y="866457"/>
                    <a:pt x="895908" y="883483"/>
                    <a:pt x="874905" y="883483"/>
                  </a:cubicBezTo>
                  <a:lnTo>
                    <a:pt x="38030" y="883483"/>
                  </a:lnTo>
                  <a:cubicBezTo>
                    <a:pt x="17027" y="883483"/>
                    <a:pt x="0" y="866457"/>
                    <a:pt x="0" y="845453"/>
                  </a:cubicBezTo>
                  <a:lnTo>
                    <a:pt x="0" y="38030"/>
                  </a:lnTo>
                  <a:cubicBezTo>
                    <a:pt x="0" y="17027"/>
                    <a:pt x="17027" y="0"/>
                    <a:pt x="380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12935" cy="940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93030" y="5712182"/>
            <a:ext cx="12941766" cy="3546118"/>
            <a:chOff x="0" y="0"/>
            <a:chExt cx="3224325" cy="8834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4325" cy="883483"/>
            </a:xfrm>
            <a:custGeom>
              <a:avLst/>
              <a:gdLst/>
              <a:ahLst/>
              <a:cxnLst/>
              <a:rect r="r" b="b" t="t" l="l"/>
              <a:pathLst>
                <a:path h="883483" w="3224325">
                  <a:moveTo>
                    <a:pt x="10768" y="0"/>
                  </a:moveTo>
                  <a:lnTo>
                    <a:pt x="3213557" y="0"/>
                  </a:lnTo>
                  <a:cubicBezTo>
                    <a:pt x="3216413" y="0"/>
                    <a:pt x="3219151" y="1134"/>
                    <a:pt x="3221171" y="3154"/>
                  </a:cubicBezTo>
                  <a:cubicBezTo>
                    <a:pt x="3223190" y="5173"/>
                    <a:pt x="3224325" y="7912"/>
                    <a:pt x="3224325" y="10768"/>
                  </a:cubicBezTo>
                  <a:lnTo>
                    <a:pt x="3224325" y="872716"/>
                  </a:lnTo>
                  <a:cubicBezTo>
                    <a:pt x="3224325" y="875571"/>
                    <a:pt x="3223190" y="878310"/>
                    <a:pt x="3221171" y="880330"/>
                  </a:cubicBezTo>
                  <a:cubicBezTo>
                    <a:pt x="3219151" y="882349"/>
                    <a:pt x="3216413" y="883483"/>
                    <a:pt x="3213557" y="883483"/>
                  </a:cubicBezTo>
                  <a:lnTo>
                    <a:pt x="10768" y="883483"/>
                  </a:lnTo>
                  <a:cubicBezTo>
                    <a:pt x="7912" y="883483"/>
                    <a:pt x="5173" y="882349"/>
                    <a:pt x="3154" y="880330"/>
                  </a:cubicBezTo>
                  <a:cubicBezTo>
                    <a:pt x="1134" y="878310"/>
                    <a:pt x="0" y="875571"/>
                    <a:pt x="0" y="872716"/>
                  </a:cubicBezTo>
                  <a:lnTo>
                    <a:pt x="0" y="10768"/>
                  </a:lnTo>
                  <a:cubicBezTo>
                    <a:pt x="0" y="7912"/>
                    <a:pt x="1134" y="5173"/>
                    <a:pt x="3154" y="3154"/>
                  </a:cubicBezTo>
                  <a:cubicBezTo>
                    <a:pt x="5173" y="1134"/>
                    <a:pt x="7912" y="0"/>
                    <a:pt x="107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24325" cy="940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-2708217" y="1443702"/>
            <a:ext cx="6894265" cy="28575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-10800000">
            <a:off x="9144000" y="9824469"/>
            <a:ext cx="12705428" cy="1307213"/>
            <a:chOff x="0" y="0"/>
            <a:chExt cx="3346286" cy="3442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46286" cy="344286"/>
            </a:xfrm>
            <a:custGeom>
              <a:avLst/>
              <a:gdLst/>
              <a:ahLst/>
              <a:cxnLst/>
              <a:rect r="r" b="b" t="t" l="l"/>
              <a:pathLst>
                <a:path h="344286" w="3346286">
                  <a:moveTo>
                    <a:pt x="0" y="0"/>
                  </a:moveTo>
                  <a:lnTo>
                    <a:pt x="3346286" y="0"/>
                  </a:lnTo>
                  <a:lnTo>
                    <a:pt x="3346286" y="344286"/>
                  </a:lnTo>
                  <a:lnTo>
                    <a:pt x="0" y="344286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346286" cy="401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709210" y="239975"/>
            <a:ext cx="3288163" cy="3037441"/>
          </a:xfrm>
          <a:custGeom>
            <a:avLst/>
            <a:gdLst/>
            <a:ahLst/>
            <a:cxnLst/>
            <a:rect r="r" b="b" t="t" l="l"/>
            <a:pathLst>
              <a:path h="3037441" w="3288163">
                <a:moveTo>
                  <a:pt x="0" y="0"/>
                </a:moveTo>
                <a:lnTo>
                  <a:pt x="3288163" y="0"/>
                </a:lnTo>
                <a:lnTo>
                  <a:pt x="3288163" y="3037441"/>
                </a:lnTo>
                <a:lnTo>
                  <a:pt x="0" y="3037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07472" y="44450"/>
            <a:ext cx="927734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72325" y="837277"/>
            <a:ext cx="672439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12397" y="2505891"/>
            <a:ext cx="1021122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Purpose of Testing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10017" y="6011262"/>
            <a:ext cx="1004327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Testing Approach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085" y="5785115"/>
            <a:ext cx="325399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1A1C3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Features Tested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656" y="4040802"/>
            <a:ext cx="1194097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Testing would be done to make sure that the system performs the necessary functions without defects.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411312"/>
            <a:ext cx="3253990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MGR-007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MGR-008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MGR-009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MGR-011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MGR-012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193426" y="7418566"/>
            <a:ext cx="1194097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Various task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were carried out like reviewing information, making referrals, updating records and moving between pages.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5656" y="3089246"/>
            <a:ext cx="1194097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objective of the testing was to ensure that the manager functions of the Health Matters CRM system function properly.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93426" y="6782787"/>
            <a:ext cx="1194097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Manager Dashboard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was used to test the system.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916" y="2300952"/>
            <a:ext cx="13158187" cy="3646089"/>
            <a:chOff x="0" y="0"/>
            <a:chExt cx="3122189" cy="865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2189" cy="865148"/>
            </a:xfrm>
            <a:custGeom>
              <a:avLst/>
              <a:gdLst/>
              <a:ahLst/>
              <a:cxnLst/>
              <a:rect r="r" b="b" t="t" l="l"/>
              <a:pathLst>
                <a:path h="865148" w="3122189">
                  <a:moveTo>
                    <a:pt x="10591" y="0"/>
                  </a:moveTo>
                  <a:lnTo>
                    <a:pt x="3111599" y="0"/>
                  </a:lnTo>
                  <a:cubicBezTo>
                    <a:pt x="3117448" y="0"/>
                    <a:pt x="3122189" y="4742"/>
                    <a:pt x="3122189" y="10591"/>
                  </a:cubicBezTo>
                  <a:lnTo>
                    <a:pt x="3122189" y="854557"/>
                  </a:lnTo>
                  <a:cubicBezTo>
                    <a:pt x="3122189" y="860406"/>
                    <a:pt x="3117448" y="865148"/>
                    <a:pt x="3111599" y="865148"/>
                  </a:cubicBezTo>
                  <a:lnTo>
                    <a:pt x="10591" y="865148"/>
                  </a:lnTo>
                  <a:cubicBezTo>
                    <a:pt x="4742" y="865148"/>
                    <a:pt x="0" y="860406"/>
                    <a:pt x="0" y="854557"/>
                  </a:cubicBezTo>
                  <a:lnTo>
                    <a:pt x="0" y="10591"/>
                  </a:lnTo>
                  <a:cubicBezTo>
                    <a:pt x="0" y="4742"/>
                    <a:pt x="4742" y="0"/>
                    <a:pt x="105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122189" cy="922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8916" y="6278351"/>
            <a:ext cx="3664330" cy="3317200"/>
            <a:chOff x="0" y="0"/>
            <a:chExt cx="912935" cy="826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2935" cy="826451"/>
            </a:xfrm>
            <a:custGeom>
              <a:avLst/>
              <a:gdLst/>
              <a:ahLst/>
              <a:cxnLst/>
              <a:rect r="r" b="b" t="t" l="l"/>
              <a:pathLst>
                <a:path h="826451" w="912935">
                  <a:moveTo>
                    <a:pt x="38030" y="0"/>
                  </a:moveTo>
                  <a:lnTo>
                    <a:pt x="874905" y="0"/>
                  </a:lnTo>
                  <a:cubicBezTo>
                    <a:pt x="895908" y="0"/>
                    <a:pt x="912935" y="17027"/>
                    <a:pt x="912935" y="38030"/>
                  </a:cubicBezTo>
                  <a:lnTo>
                    <a:pt x="912935" y="788420"/>
                  </a:lnTo>
                  <a:cubicBezTo>
                    <a:pt x="912935" y="809424"/>
                    <a:pt x="895908" y="826451"/>
                    <a:pt x="874905" y="826451"/>
                  </a:cubicBezTo>
                  <a:lnTo>
                    <a:pt x="38030" y="826451"/>
                  </a:lnTo>
                  <a:cubicBezTo>
                    <a:pt x="17027" y="826451"/>
                    <a:pt x="0" y="809424"/>
                    <a:pt x="0" y="788420"/>
                  </a:cubicBezTo>
                  <a:lnTo>
                    <a:pt x="0" y="38030"/>
                  </a:lnTo>
                  <a:cubicBezTo>
                    <a:pt x="0" y="17027"/>
                    <a:pt x="17027" y="0"/>
                    <a:pt x="380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12935" cy="883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92911" y="6261365"/>
            <a:ext cx="12941766" cy="2572737"/>
            <a:chOff x="0" y="0"/>
            <a:chExt cx="3224325" cy="6409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4325" cy="640974"/>
            </a:xfrm>
            <a:custGeom>
              <a:avLst/>
              <a:gdLst/>
              <a:ahLst/>
              <a:cxnLst/>
              <a:rect r="r" b="b" t="t" l="l"/>
              <a:pathLst>
                <a:path h="640974" w="3224325">
                  <a:moveTo>
                    <a:pt x="10768" y="0"/>
                  </a:moveTo>
                  <a:lnTo>
                    <a:pt x="3213557" y="0"/>
                  </a:lnTo>
                  <a:cubicBezTo>
                    <a:pt x="3216413" y="0"/>
                    <a:pt x="3219151" y="1134"/>
                    <a:pt x="3221171" y="3154"/>
                  </a:cubicBezTo>
                  <a:cubicBezTo>
                    <a:pt x="3223190" y="5173"/>
                    <a:pt x="3224325" y="7912"/>
                    <a:pt x="3224325" y="10768"/>
                  </a:cubicBezTo>
                  <a:lnTo>
                    <a:pt x="3224325" y="630207"/>
                  </a:lnTo>
                  <a:cubicBezTo>
                    <a:pt x="3224325" y="633062"/>
                    <a:pt x="3223190" y="635801"/>
                    <a:pt x="3221171" y="637821"/>
                  </a:cubicBezTo>
                  <a:cubicBezTo>
                    <a:pt x="3219151" y="639840"/>
                    <a:pt x="3216413" y="640974"/>
                    <a:pt x="3213557" y="640974"/>
                  </a:cubicBezTo>
                  <a:lnTo>
                    <a:pt x="10768" y="640974"/>
                  </a:lnTo>
                  <a:cubicBezTo>
                    <a:pt x="7912" y="640974"/>
                    <a:pt x="5173" y="639840"/>
                    <a:pt x="3154" y="637821"/>
                  </a:cubicBezTo>
                  <a:cubicBezTo>
                    <a:pt x="1134" y="635801"/>
                    <a:pt x="0" y="633062"/>
                    <a:pt x="0" y="630207"/>
                  </a:cubicBezTo>
                  <a:lnTo>
                    <a:pt x="0" y="10768"/>
                  </a:lnTo>
                  <a:cubicBezTo>
                    <a:pt x="0" y="7912"/>
                    <a:pt x="1134" y="5173"/>
                    <a:pt x="3154" y="3154"/>
                  </a:cubicBezTo>
                  <a:cubicBezTo>
                    <a:pt x="5173" y="1134"/>
                    <a:pt x="7912" y="0"/>
                    <a:pt x="107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24325" cy="69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-2201353" y="1443702"/>
            <a:ext cx="6894265" cy="28575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-10800000">
            <a:off x="9144000" y="9824469"/>
            <a:ext cx="12705428" cy="1307213"/>
            <a:chOff x="0" y="0"/>
            <a:chExt cx="3346286" cy="3442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46286" cy="344286"/>
            </a:xfrm>
            <a:custGeom>
              <a:avLst/>
              <a:gdLst/>
              <a:ahLst/>
              <a:cxnLst/>
              <a:rect r="r" b="b" t="t" l="l"/>
              <a:pathLst>
                <a:path h="344286" w="3346286">
                  <a:moveTo>
                    <a:pt x="0" y="0"/>
                  </a:moveTo>
                  <a:lnTo>
                    <a:pt x="3346286" y="0"/>
                  </a:lnTo>
                  <a:lnTo>
                    <a:pt x="3346286" y="344286"/>
                  </a:lnTo>
                  <a:lnTo>
                    <a:pt x="0" y="344286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346286" cy="401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693030" y="9499265"/>
            <a:ext cx="13362271" cy="14288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5393249" y="214777"/>
            <a:ext cx="2662051" cy="2835740"/>
          </a:xfrm>
          <a:custGeom>
            <a:avLst/>
            <a:gdLst/>
            <a:ahLst/>
            <a:cxnLst/>
            <a:rect r="r" b="b" t="t" l="l"/>
            <a:pathLst>
              <a:path h="2835740" w="2662051">
                <a:moveTo>
                  <a:pt x="0" y="0"/>
                </a:moveTo>
                <a:lnTo>
                  <a:pt x="2662051" y="0"/>
                </a:lnTo>
                <a:lnTo>
                  <a:pt x="2662051" y="2835740"/>
                </a:lnTo>
                <a:lnTo>
                  <a:pt x="0" y="2835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84951" y="268952"/>
            <a:ext cx="927734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TEST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93030" y="1110327"/>
            <a:ext cx="672439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12397" y="2494771"/>
            <a:ext cx="1021122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42157" y="6432815"/>
            <a:ext cx="1004327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085" y="6350454"/>
            <a:ext cx="325399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1A1C3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Test Cases Executed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8916" y="7303678"/>
            <a:ext cx="3664330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Total Test Cases: 5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Passed: 5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Failed: </a:t>
            </a:r>
            <a:r>
              <a:rPr lang="en-US" sz="2499">
                <a:solidFill>
                  <a:srgbClr val="1A1C38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07825" y="3898375"/>
            <a:ext cx="1194097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stem was able to present information, store data and enable managers to make corrections on records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60301" y="7303678"/>
            <a:ext cx="1194097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findings indicate that the manager properties of the system are working normally and the module can be continued to be developed.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825" y="2983842"/>
            <a:ext cx="1194097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Employing all the tested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features of the managers proved to work properly in the test stage.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7523" y="4812908"/>
            <a:ext cx="1194097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rowsing through dashboard pages was also error-free.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7322" y="8743950"/>
            <a:ext cx="23517897" cy="3086100"/>
            <a:chOff x="0" y="0"/>
            <a:chExt cx="619401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014" cy="812800"/>
            </a:xfrm>
            <a:custGeom>
              <a:avLst/>
              <a:gdLst/>
              <a:ahLst/>
              <a:cxnLst/>
              <a:rect r="r" b="b" t="t" l="l"/>
              <a:pathLst>
                <a:path h="812800" w="6194014">
                  <a:moveTo>
                    <a:pt x="0" y="0"/>
                  </a:moveTo>
                  <a:lnTo>
                    <a:pt x="6194014" y="0"/>
                  </a:lnTo>
                  <a:lnTo>
                    <a:pt x="6194014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194014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93210" y="1028700"/>
            <a:ext cx="4666090" cy="8229600"/>
            <a:chOff x="0" y="0"/>
            <a:chExt cx="1200591" cy="211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0591" cy="2117486"/>
            </a:xfrm>
            <a:custGeom>
              <a:avLst/>
              <a:gdLst/>
              <a:ahLst/>
              <a:cxnLst/>
              <a:rect r="r" b="b" t="t" l="l"/>
              <a:pathLst>
                <a:path h="2117486" w="1200591">
                  <a:moveTo>
                    <a:pt x="63049" y="0"/>
                  </a:moveTo>
                  <a:lnTo>
                    <a:pt x="1137542" y="0"/>
                  </a:lnTo>
                  <a:cubicBezTo>
                    <a:pt x="1154263" y="0"/>
                    <a:pt x="1170300" y="6643"/>
                    <a:pt x="1182124" y="18467"/>
                  </a:cubicBezTo>
                  <a:cubicBezTo>
                    <a:pt x="1193948" y="30291"/>
                    <a:pt x="1200591" y="46327"/>
                    <a:pt x="1200591" y="63049"/>
                  </a:cubicBezTo>
                  <a:lnTo>
                    <a:pt x="1200591" y="2054437"/>
                  </a:lnTo>
                  <a:cubicBezTo>
                    <a:pt x="1200591" y="2071159"/>
                    <a:pt x="1193948" y="2087196"/>
                    <a:pt x="1182124" y="2099020"/>
                  </a:cubicBezTo>
                  <a:cubicBezTo>
                    <a:pt x="1170300" y="2110844"/>
                    <a:pt x="1154263" y="2117486"/>
                    <a:pt x="1137542" y="2117486"/>
                  </a:cubicBezTo>
                  <a:lnTo>
                    <a:pt x="63049" y="2117486"/>
                  </a:lnTo>
                  <a:cubicBezTo>
                    <a:pt x="46327" y="2117486"/>
                    <a:pt x="30291" y="2110844"/>
                    <a:pt x="18467" y="2099020"/>
                  </a:cubicBezTo>
                  <a:cubicBezTo>
                    <a:pt x="6643" y="2087196"/>
                    <a:pt x="0" y="2071159"/>
                    <a:pt x="0" y="2054437"/>
                  </a:cubicBezTo>
                  <a:lnTo>
                    <a:pt x="0" y="63049"/>
                  </a:lnTo>
                  <a:cubicBezTo>
                    <a:pt x="0" y="46327"/>
                    <a:pt x="6643" y="30291"/>
                    <a:pt x="18467" y="18467"/>
                  </a:cubicBezTo>
                  <a:cubicBezTo>
                    <a:pt x="30291" y="6643"/>
                    <a:pt x="46327" y="0"/>
                    <a:pt x="630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00591" cy="217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729492" y="1177611"/>
            <a:ext cx="4393526" cy="7931779"/>
            <a:chOff x="0" y="0"/>
            <a:chExt cx="4762500" cy="8597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2500" cy="8597900"/>
            </a:xfrm>
            <a:custGeom>
              <a:avLst/>
              <a:gdLst/>
              <a:ahLst/>
              <a:cxnLst/>
              <a:rect r="r" b="b" t="t" l="l"/>
              <a:pathLst>
                <a:path h="8597900" w="4762500">
                  <a:moveTo>
                    <a:pt x="4762500" y="254000"/>
                  </a:moveTo>
                  <a:lnTo>
                    <a:pt x="4762500" y="8343900"/>
                  </a:lnTo>
                  <a:cubicBezTo>
                    <a:pt x="4762500" y="8484235"/>
                    <a:pt x="4648835" y="8597900"/>
                    <a:pt x="4508500" y="8597900"/>
                  </a:cubicBezTo>
                  <a:lnTo>
                    <a:pt x="254000" y="8597900"/>
                  </a:lnTo>
                  <a:cubicBezTo>
                    <a:pt x="113665" y="8597900"/>
                    <a:pt x="0" y="8484235"/>
                    <a:pt x="0" y="8343900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lnTo>
                    <a:pt x="4508500" y="0"/>
                  </a:lnTo>
                  <a:cubicBezTo>
                    <a:pt x="4648835" y="0"/>
                    <a:pt x="4762500" y="113665"/>
                    <a:pt x="4762500" y="254000"/>
                  </a:cubicBezTo>
                  <a:close/>
                </a:path>
              </a:pathLst>
            </a:custGeom>
            <a:blipFill>
              <a:blip r:embed="rId2"/>
              <a:stretch>
                <a:fillRect l="-18038" t="0" r="-18038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5584617"/>
            <a:ext cx="1048382" cy="1040519"/>
          </a:xfrm>
          <a:custGeom>
            <a:avLst/>
            <a:gdLst/>
            <a:ahLst/>
            <a:cxnLst/>
            <a:rect r="r" b="b" t="t" l="l"/>
            <a:pathLst>
              <a:path h="1040519" w="1048382">
                <a:moveTo>
                  <a:pt x="0" y="0"/>
                </a:moveTo>
                <a:lnTo>
                  <a:pt x="1048382" y="0"/>
                </a:lnTo>
                <a:lnTo>
                  <a:pt x="1048382" y="1040519"/>
                </a:lnTo>
                <a:lnTo>
                  <a:pt x="0" y="1040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2427802" y="5584566"/>
            <a:ext cx="2769" cy="104051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448048" y="7203754"/>
            <a:ext cx="2769" cy="104051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-1990866" y="9286875"/>
            <a:ext cx="813589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20036" y="7258866"/>
            <a:ext cx="1265709" cy="930296"/>
          </a:xfrm>
          <a:custGeom>
            <a:avLst/>
            <a:gdLst/>
            <a:ahLst/>
            <a:cxnLst/>
            <a:rect r="r" b="b" t="t" l="l"/>
            <a:pathLst>
              <a:path h="930296" w="1265709">
                <a:moveTo>
                  <a:pt x="0" y="0"/>
                </a:moveTo>
                <a:lnTo>
                  <a:pt x="1265710" y="0"/>
                </a:lnTo>
                <a:lnTo>
                  <a:pt x="1265710" y="930296"/>
                </a:lnTo>
                <a:lnTo>
                  <a:pt x="0" y="9302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876300"/>
            <a:ext cx="524632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708150"/>
            <a:ext cx="1000292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SYSTEM DEMONSTRATION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92685" y="5491497"/>
            <a:ext cx="433189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 Login &amp; Dashboard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17517" y="7137079"/>
            <a:ext cx="528752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Referral &amp; Analytics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165133"/>
            <a:ext cx="11066736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was successfully developed and tested.</a:t>
            </a:r>
          </a:p>
          <a:p>
            <a:pPr algn="l">
              <a:lnSpc>
                <a:spcPts val="3499"/>
              </a:lnSpc>
            </a:pP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demonstration shows the main features including login, dashboard, referral management, and analytics.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92685" y="6078171"/>
            <a:ext cx="94027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 login, Role-based access, Manager dashboard and User navigation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88102" y="7634898"/>
            <a:ext cx="94027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referral, Track status, Notifications, Reports &amp; analytics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6156873"/>
            <a:ext cx="649224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97880" y="8585428"/>
            <a:ext cx="649224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856974" y="-6842389"/>
            <a:ext cx="11919926" cy="14155918"/>
            <a:chOff x="0" y="0"/>
            <a:chExt cx="812800" cy="965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3703" y="30218"/>
              <a:ext cx="765394" cy="904832"/>
            </a:xfrm>
            <a:custGeom>
              <a:avLst/>
              <a:gdLst/>
              <a:ahLst/>
              <a:cxnLst/>
              <a:rect r="r" b="b" t="t" l="l"/>
              <a:pathLst>
                <a:path h="904832" w="765394">
                  <a:moveTo>
                    <a:pt x="424532" y="19464"/>
                  </a:moveTo>
                  <a:lnTo>
                    <a:pt x="747263" y="402734"/>
                  </a:lnTo>
                  <a:cubicBezTo>
                    <a:pt x="771438" y="431444"/>
                    <a:pt x="771438" y="473388"/>
                    <a:pt x="747263" y="502098"/>
                  </a:cubicBezTo>
                  <a:lnTo>
                    <a:pt x="424532" y="885369"/>
                  </a:lnTo>
                  <a:cubicBezTo>
                    <a:pt x="414140" y="897709"/>
                    <a:pt x="398830" y="904832"/>
                    <a:pt x="382697" y="904832"/>
                  </a:cubicBezTo>
                  <a:cubicBezTo>
                    <a:pt x="366564" y="904832"/>
                    <a:pt x="351254" y="897709"/>
                    <a:pt x="340863" y="885369"/>
                  </a:cubicBezTo>
                  <a:lnTo>
                    <a:pt x="18131" y="502098"/>
                  </a:lnTo>
                  <a:cubicBezTo>
                    <a:pt x="-6044" y="473388"/>
                    <a:pt x="-6044" y="431444"/>
                    <a:pt x="18131" y="402734"/>
                  </a:cubicBezTo>
                  <a:lnTo>
                    <a:pt x="340863" y="19464"/>
                  </a:lnTo>
                  <a:cubicBezTo>
                    <a:pt x="351254" y="7123"/>
                    <a:pt x="366564" y="0"/>
                    <a:pt x="382697" y="0"/>
                  </a:cubicBezTo>
                  <a:cubicBezTo>
                    <a:pt x="398830" y="0"/>
                    <a:pt x="414140" y="7123"/>
                    <a:pt x="424532" y="194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072299"/>
            <a:ext cx="6639121" cy="2169149"/>
            <a:chOff x="0" y="0"/>
            <a:chExt cx="1748575" cy="5712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8575" cy="571299"/>
            </a:xfrm>
            <a:custGeom>
              <a:avLst/>
              <a:gdLst/>
              <a:ahLst/>
              <a:cxnLst/>
              <a:rect r="r" b="b" t="t" l="l"/>
              <a:pathLst>
                <a:path h="571299" w="1748575">
                  <a:moveTo>
                    <a:pt x="59034" y="0"/>
                  </a:moveTo>
                  <a:lnTo>
                    <a:pt x="1689541" y="0"/>
                  </a:lnTo>
                  <a:cubicBezTo>
                    <a:pt x="1722144" y="0"/>
                    <a:pt x="1748575" y="26430"/>
                    <a:pt x="1748575" y="59034"/>
                  </a:cubicBezTo>
                  <a:lnTo>
                    <a:pt x="1748575" y="512264"/>
                  </a:lnTo>
                  <a:cubicBezTo>
                    <a:pt x="1748575" y="544868"/>
                    <a:pt x="1722144" y="571299"/>
                    <a:pt x="1689541" y="571299"/>
                  </a:cubicBezTo>
                  <a:lnTo>
                    <a:pt x="59034" y="571299"/>
                  </a:lnTo>
                  <a:cubicBezTo>
                    <a:pt x="43377" y="571299"/>
                    <a:pt x="28362" y="565079"/>
                    <a:pt x="17291" y="554008"/>
                  </a:cubicBezTo>
                  <a:cubicBezTo>
                    <a:pt x="6220" y="542937"/>
                    <a:pt x="0" y="527921"/>
                    <a:pt x="0" y="512264"/>
                  </a:cubicBezTo>
                  <a:lnTo>
                    <a:pt x="0" y="59034"/>
                  </a:lnTo>
                  <a:cubicBezTo>
                    <a:pt x="0" y="43377"/>
                    <a:pt x="6220" y="28362"/>
                    <a:pt x="17291" y="17291"/>
                  </a:cubicBezTo>
                  <a:cubicBezTo>
                    <a:pt x="28362" y="6220"/>
                    <a:pt x="43377" y="0"/>
                    <a:pt x="59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48575" cy="628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20179" y="5072299"/>
            <a:ext cx="6639121" cy="2169149"/>
            <a:chOff x="0" y="0"/>
            <a:chExt cx="1748575" cy="571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8575" cy="571299"/>
            </a:xfrm>
            <a:custGeom>
              <a:avLst/>
              <a:gdLst/>
              <a:ahLst/>
              <a:cxnLst/>
              <a:rect r="r" b="b" t="t" l="l"/>
              <a:pathLst>
                <a:path h="571299" w="1748575">
                  <a:moveTo>
                    <a:pt x="59034" y="0"/>
                  </a:moveTo>
                  <a:lnTo>
                    <a:pt x="1689541" y="0"/>
                  </a:lnTo>
                  <a:cubicBezTo>
                    <a:pt x="1722144" y="0"/>
                    <a:pt x="1748575" y="26430"/>
                    <a:pt x="1748575" y="59034"/>
                  </a:cubicBezTo>
                  <a:lnTo>
                    <a:pt x="1748575" y="512264"/>
                  </a:lnTo>
                  <a:cubicBezTo>
                    <a:pt x="1748575" y="544868"/>
                    <a:pt x="1722144" y="571299"/>
                    <a:pt x="1689541" y="571299"/>
                  </a:cubicBezTo>
                  <a:lnTo>
                    <a:pt x="59034" y="571299"/>
                  </a:lnTo>
                  <a:cubicBezTo>
                    <a:pt x="43377" y="571299"/>
                    <a:pt x="28362" y="565079"/>
                    <a:pt x="17291" y="554008"/>
                  </a:cubicBezTo>
                  <a:cubicBezTo>
                    <a:pt x="6220" y="542937"/>
                    <a:pt x="0" y="527921"/>
                    <a:pt x="0" y="512264"/>
                  </a:cubicBezTo>
                  <a:lnTo>
                    <a:pt x="0" y="59034"/>
                  </a:lnTo>
                  <a:cubicBezTo>
                    <a:pt x="0" y="43377"/>
                    <a:pt x="6220" y="28362"/>
                    <a:pt x="17291" y="17291"/>
                  </a:cubicBezTo>
                  <a:cubicBezTo>
                    <a:pt x="28362" y="6220"/>
                    <a:pt x="43377" y="0"/>
                    <a:pt x="59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48575" cy="628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1576" y="7500854"/>
            <a:ext cx="6639121" cy="2169149"/>
            <a:chOff x="0" y="0"/>
            <a:chExt cx="1748575" cy="5712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8575" cy="571299"/>
            </a:xfrm>
            <a:custGeom>
              <a:avLst/>
              <a:gdLst/>
              <a:ahLst/>
              <a:cxnLst/>
              <a:rect r="r" b="b" t="t" l="l"/>
              <a:pathLst>
                <a:path h="571299" w="1748575">
                  <a:moveTo>
                    <a:pt x="59034" y="0"/>
                  </a:moveTo>
                  <a:lnTo>
                    <a:pt x="1689541" y="0"/>
                  </a:lnTo>
                  <a:cubicBezTo>
                    <a:pt x="1722144" y="0"/>
                    <a:pt x="1748575" y="26430"/>
                    <a:pt x="1748575" y="59034"/>
                  </a:cubicBezTo>
                  <a:lnTo>
                    <a:pt x="1748575" y="512264"/>
                  </a:lnTo>
                  <a:cubicBezTo>
                    <a:pt x="1748575" y="544868"/>
                    <a:pt x="1722144" y="571299"/>
                    <a:pt x="1689541" y="571299"/>
                  </a:cubicBezTo>
                  <a:lnTo>
                    <a:pt x="59034" y="571299"/>
                  </a:lnTo>
                  <a:cubicBezTo>
                    <a:pt x="43377" y="571299"/>
                    <a:pt x="28362" y="565079"/>
                    <a:pt x="17291" y="554008"/>
                  </a:cubicBezTo>
                  <a:cubicBezTo>
                    <a:pt x="6220" y="542937"/>
                    <a:pt x="0" y="527921"/>
                    <a:pt x="0" y="512264"/>
                  </a:cubicBezTo>
                  <a:lnTo>
                    <a:pt x="0" y="59034"/>
                  </a:lnTo>
                  <a:cubicBezTo>
                    <a:pt x="0" y="43377"/>
                    <a:pt x="6220" y="28362"/>
                    <a:pt x="17291" y="17291"/>
                  </a:cubicBezTo>
                  <a:cubicBezTo>
                    <a:pt x="28362" y="6220"/>
                    <a:pt x="43377" y="0"/>
                    <a:pt x="59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48575" cy="628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20179" y="7500854"/>
            <a:ext cx="6639121" cy="2169149"/>
            <a:chOff x="0" y="0"/>
            <a:chExt cx="1748575" cy="5712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8575" cy="571299"/>
            </a:xfrm>
            <a:custGeom>
              <a:avLst/>
              <a:gdLst/>
              <a:ahLst/>
              <a:cxnLst/>
              <a:rect r="r" b="b" t="t" l="l"/>
              <a:pathLst>
                <a:path h="571299" w="1748575">
                  <a:moveTo>
                    <a:pt x="59034" y="0"/>
                  </a:moveTo>
                  <a:lnTo>
                    <a:pt x="1689541" y="0"/>
                  </a:lnTo>
                  <a:cubicBezTo>
                    <a:pt x="1722144" y="0"/>
                    <a:pt x="1748575" y="26430"/>
                    <a:pt x="1748575" y="59034"/>
                  </a:cubicBezTo>
                  <a:lnTo>
                    <a:pt x="1748575" y="512264"/>
                  </a:lnTo>
                  <a:cubicBezTo>
                    <a:pt x="1748575" y="544868"/>
                    <a:pt x="1722144" y="571299"/>
                    <a:pt x="1689541" y="571299"/>
                  </a:cubicBezTo>
                  <a:lnTo>
                    <a:pt x="59034" y="571299"/>
                  </a:lnTo>
                  <a:cubicBezTo>
                    <a:pt x="43377" y="571299"/>
                    <a:pt x="28362" y="565079"/>
                    <a:pt x="17291" y="554008"/>
                  </a:cubicBezTo>
                  <a:cubicBezTo>
                    <a:pt x="6220" y="542937"/>
                    <a:pt x="0" y="527921"/>
                    <a:pt x="0" y="512264"/>
                  </a:cubicBezTo>
                  <a:lnTo>
                    <a:pt x="0" y="59034"/>
                  </a:lnTo>
                  <a:cubicBezTo>
                    <a:pt x="0" y="43377"/>
                    <a:pt x="6220" y="28362"/>
                    <a:pt x="17291" y="17291"/>
                  </a:cubicBezTo>
                  <a:cubicBezTo>
                    <a:pt x="28362" y="6220"/>
                    <a:pt x="43377" y="0"/>
                    <a:pt x="59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48575" cy="628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23247" y="6036120"/>
            <a:ext cx="241506" cy="24150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23247" y="8464675"/>
            <a:ext cx="241506" cy="24150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777453" y="438150"/>
            <a:ext cx="10733095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8ACB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LESSONS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25374" y="1196975"/>
            <a:ext cx="863725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LEARNED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2180817"/>
            <a:ext cx="17259300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During this project, we worked with frameworks that were new to us.  </a:t>
            </a:r>
          </a:p>
          <a:p>
            <a:pPr algn="l">
              <a:lnSpc>
                <a:spcPts val="3499"/>
              </a:lnSpc>
            </a:pP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learned how to develop a full-stack system, work as a team, and solve problems using Agile methodology.</a:t>
            </a:r>
          </a:p>
          <a:p>
            <a:pPr algn="l">
              <a:lnSpc>
                <a:spcPts val="3499"/>
              </a:lnSpc>
            </a:pP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helped us gain real experience in software development.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5501" y="5123093"/>
            <a:ext cx="550552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Teamwork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95501" y="7621504"/>
            <a:ext cx="550552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&amp; Debugging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93259" y="5123093"/>
            <a:ext cx="550552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Full-Stack Development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93259" y="7621504"/>
            <a:ext cx="550552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Agile Process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7855" y="5573943"/>
            <a:ext cx="6226562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Worked together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Shared the work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Good communication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Solved problems together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855" y="8005679"/>
            <a:ext cx="6226562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Finding errors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Fixing bugs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Improving code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testing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32738" y="5573943"/>
            <a:ext cx="6226562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and backend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connection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sharing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working together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32738" y="8005679"/>
            <a:ext cx="6226562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Planning tasks (Using Kanban Boards)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Rgular Stand Up Meetings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usage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Regular updates through discussions</a:t>
            </a:r>
          </a:p>
        </p:txBody>
      </p:sp>
      <p:grpSp>
        <p:nvGrpSpPr>
          <p:cNvPr name="Group 36" id="36"/>
          <p:cNvGrpSpPr/>
          <p:nvPr/>
        </p:nvGrpSpPr>
        <p:grpSpPr>
          <a:xfrm rot="7878608">
            <a:off x="-1809518" y="1703146"/>
            <a:ext cx="4286404" cy="837298"/>
            <a:chOff x="0" y="0"/>
            <a:chExt cx="1128929" cy="2205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8929" cy="220523"/>
            </a:xfrm>
            <a:custGeom>
              <a:avLst/>
              <a:gdLst/>
              <a:ahLst/>
              <a:cxnLst/>
              <a:rect r="r" b="b" t="t" l="l"/>
              <a:pathLst>
                <a:path h="220523" w="1128929">
                  <a:moveTo>
                    <a:pt x="0" y="0"/>
                  </a:moveTo>
                  <a:lnTo>
                    <a:pt x="1128929" y="0"/>
                  </a:lnTo>
                  <a:lnTo>
                    <a:pt x="1128929" y="220523"/>
                  </a:lnTo>
                  <a:lnTo>
                    <a:pt x="0" y="220523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08ACB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128929" cy="277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225047" y="-6842389"/>
            <a:ext cx="11919926" cy="14155918"/>
            <a:chOff x="0" y="0"/>
            <a:chExt cx="812800" cy="96526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3703" y="30218"/>
              <a:ext cx="765394" cy="904832"/>
            </a:xfrm>
            <a:custGeom>
              <a:avLst/>
              <a:gdLst/>
              <a:ahLst/>
              <a:cxnLst/>
              <a:rect r="r" b="b" t="t" l="l"/>
              <a:pathLst>
                <a:path h="904832" w="765394">
                  <a:moveTo>
                    <a:pt x="424532" y="19464"/>
                  </a:moveTo>
                  <a:lnTo>
                    <a:pt x="747263" y="402734"/>
                  </a:lnTo>
                  <a:cubicBezTo>
                    <a:pt x="771438" y="431444"/>
                    <a:pt x="771438" y="473388"/>
                    <a:pt x="747263" y="502098"/>
                  </a:cubicBezTo>
                  <a:lnTo>
                    <a:pt x="424532" y="885369"/>
                  </a:lnTo>
                  <a:cubicBezTo>
                    <a:pt x="414140" y="897709"/>
                    <a:pt x="398830" y="904832"/>
                    <a:pt x="382697" y="904832"/>
                  </a:cubicBezTo>
                  <a:cubicBezTo>
                    <a:pt x="366564" y="904832"/>
                    <a:pt x="351254" y="897709"/>
                    <a:pt x="340863" y="885369"/>
                  </a:cubicBezTo>
                  <a:lnTo>
                    <a:pt x="18131" y="502098"/>
                  </a:lnTo>
                  <a:cubicBezTo>
                    <a:pt x="-6044" y="473388"/>
                    <a:pt x="-6044" y="431444"/>
                    <a:pt x="18131" y="402734"/>
                  </a:cubicBezTo>
                  <a:lnTo>
                    <a:pt x="340863" y="19464"/>
                  </a:lnTo>
                  <a:cubicBezTo>
                    <a:pt x="351254" y="7123"/>
                    <a:pt x="366564" y="0"/>
                    <a:pt x="382697" y="0"/>
                  </a:cubicBezTo>
                  <a:cubicBezTo>
                    <a:pt x="398830" y="0"/>
                    <a:pt x="414140" y="7123"/>
                    <a:pt x="424532" y="194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7878000">
            <a:off x="15810878" y="1703341"/>
            <a:ext cx="4286404" cy="837298"/>
            <a:chOff x="0" y="0"/>
            <a:chExt cx="1128929" cy="2205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8929" cy="220523"/>
            </a:xfrm>
            <a:custGeom>
              <a:avLst/>
              <a:gdLst/>
              <a:ahLst/>
              <a:cxnLst/>
              <a:rect r="r" b="b" t="t" l="l"/>
              <a:pathLst>
                <a:path h="220523" w="1128929">
                  <a:moveTo>
                    <a:pt x="0" y="0"/>
                  </a:moveTo>
                  <a:lnTo>
                    <a:pt x="1128929" y="0"/>
                  </a:lnTo>
                  <a:lnTo>
                    <a:pt x="1128929" y="220523"/>
                  </a:lnTo>
                  <a:lnTo>
                    <a:pt x="0" y="220523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128929" cy="277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F3B">
                <a:alpha val="100000"/>
              </a:srgbClr>
            </a:gs>
            <a:gs pos="100000">
              <a:srgbClr val="33397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8043" y="-3440659"/>
            <a:ext cx="17014058" cy="20205629"/>
            <a:chOff x="0" y="0"/>
            <a:chExt cx="812800" cy="965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606" y="21171"/>
              <a:ext cx="779588" cy="922927"/>
            </a:xfrm>
            <a:custGeom>
              <a:avLst/>
              <a:gdLst/>
              <a:ahLst/>
              <a:cxnLst/>
              <a:rect r="r" b="b" t="t" l="l"/>
              <a:pathLst>
                <a:path h="922927" w="779588">
                  <a:moveTo>
                    <a:pt x="419103" y="13636"/>
                  </a:moveTo>
                  <a:lnTo>
                    <a:pt x="766885" y="426656"/>
                  </a:lnTo>
                  <a:cubicBezTo>
                    <a:pt x="783822" y="446770"/>
                    <a:pt x="783822" y="476156"/>
                    <a:pt x="766885" y="496270"/>
                  </a:cubicBezTo>
                  <a:lnTo>
                    <a:pt x="419103" y="909291"/>
                  </a:lnTo>
                  <a:cubicBezTo>
                    <a:pt x="411823" y="917937"/>
                    <a:pt x="401097" y="922927"/>
                    <a:pt x="389794" y="922927"/>
                  </a:cubicBezTo>
                  <a:cubicBezTo>
                    <a:pt x="378491" y="922927"/>
                    <a:pt x="367765" y="917937"/>
                    <a:pt x="360485" y="909291"/>
                  </a:cubicBezTo>
                  <a:lnTo>
                    <a:pt x="12703" y="496270"/>
                  </a:lnTo>
                  <a:cubicBezTo>
                    <a:pt x="-4234" y="476156"/>
                    <a:pt x="-4234" y="446770"/>
                    <a:pt x="12703" y="426656"/>
                  </a:cubicBezTo>
                  <a:lnTo>
                    <a:pt x="360485" y="13636"/>
                  </a:lnTo>
                  <a:cubicBezTo>
                    <a:pt x="367765" y="4990"/>
                    <a:pt x="378491" y="0"/>
                    <a:pt x="389794" y="0"/>
                  </a:cubicBezTo>
                  <a:cubicBezTo>
                    <a:pt x="401097" y="0"/>
                    <a:pt x="411823" y="4990"/>
                    <a:pt x="419103" y="136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8BE">
                    <a:alpha val="100000"/>
                  </a:srgbClr>
                </a:gs>
                <a:gs pos="100000">
                  <a:srgbClr val="2D2E6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80350" y="-2828943"/>
            <a:ext cx="17014058" cy="20205629"/>
            <a:chOff x="0" y="0"/>
            <a:chExt cx="812800" cy="9652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606" y="21171"/>
              <a:ext cx="779588" cy="922927"/>
            </a:xfrm>
            <a:custGeom>
              <a:avLst/>
              <a:gdLst/>
              <a:ahLst/>
              <a:cxnLst/>
              <a:rect r="r" b="b" t="t" l="l"/>
              <a:pathLst>
                <a:path h="922927" w="779588">
                  <a:moveTo>
                    <a:pt x="419103" y="13636"/>
                  </a:moveTo>
                  <a:lnTo>
                    <a:pt x="766885" y="426656"/>
                  </a:lnTo>
                  <a:cubicBezTo>
                    <a:pt x="783822" y="446770"/>
                    <a:pt x="783822" y="476156"/>
                    <a:pt x="766885" y="496270"/>
                  </a:cubicBezTo>
                  <a:lnTo>
                    <a:pt x="419103" y="909291"/>
                  </a:lnTo>
                  <a:cubicBezTo>
                    <a:pt x="411823" y="917937"/>
                    <a:pt x="401097" y="922927"/>
                    <a:pt x="389794" y="922927"/>
                  </a:cubicBezTo>
                  <a:cubicBezTo>
                    <a:pt x="378491" y="922927"/>
                    <a:pt x="367765" y="917937"/>
                    <a:pt x="360485" y="909291"/>
                  </a:cubicBezTo>
                  <a:lnTo>
                    <a:pt x="12703" y="496270"/>
                  </a:lnTo>
                  <a:cubicBezTo>
                    <a:pt x="-4234" y="476156"/>
                    <a:pt x="-4234" y="446770"/>
                    <a:pt x="12703" y="426656"/>
                  </a:cubicBezTo>
                  <a:lnTo>
                    <a:pt x="360485" y="13636"/>
                  </a:lnTo>
                  <a:cubicBezTo>
                    <a:pt x="367765" y="4990"/>
                    <a:pt x="378491" y="0"/>
                    <a:pt x="389794" y="0"/>
                  </a:cubicBezTo>
                  <a:cubicBezTo>
                    <a:pt x="401097" y="0"/>
                    <a:pt x="411823" y="4990"/>
                    <a:pt x="419103" y="136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2E62">
                    <a:alpha val="100000"/>
                  </a:srgbClr>
                </a:gs>
                <a:gs pos="100000">
                  <a:srgbClr val="00D8B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08756"/>
              <a:ext cx="533400" cy="69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286247" y="-438600"/>
            <a:ext cx="7431439" cy="11164200"/>
            <a:chOff x="0" y="0"/>
            <a:chExt cx="18326252" cy="27531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26354" cy="27531315"/>
            </a:xfrm>
            <a:custGeom>
              <a:avLst/>
              <a:gdLst/>
              <a:ahLst/>
              <a:cxnLst/>
              <a:rect r="r" b="b" t="t" l="l"/>
              <a:pathLst>
                <a:path h="27531315" w="18326354">
                  <a:moveTo>
                    <a:pt x="18326227" y="0"/>
                  </a:moveTo>
                  <a:lnTo>
                    <a:pt x="13393293" y="86487"/>
                  </a:lnTo>
                  <a:lnTo>
                    <a:pt x="683006" y="15093950"/>
                  </a:lnTo>
                  <a:cubicBezTo>
                    <a:pt x="228981" y="15630017"/>
                    <a:pt x="1270" y="16290798"/>
                    <a:pt x="0" y="16951961"/>
                  </a:cubicBezTo>
                  <a:lnTo>
                    <a:pt x="0" y="16962628"/>
                  </a:lnTo>
                  <a:cubicBezTo>
                    <a:pt x="1270" y="17618838"/>
                    <a:pt x="225679" y="18275046"/>
                    <a:pt x="673608" y="18809336"/>
                  </a:cubicBezTo>
                  <a:lnTo>
                    <a:pt x="7984744" y="27531315"/>
                  </a:lnTo>
                  <a:lnTo>
                    <a:pt x="18326354" y="27531315"/>
                  </a:lnTo>
                  <a:lnTo>
                    <a:pt x="18326354" y="0"/>
                  </a:lnTo>
                  <a:close/>
                </a:path>
              </a:pathLst>
            </a:custGeom>
            <a:blipFill>
              <a:blip r:embed="rId2"/>
              <a:stretch>
                <a:fillRect l="-58207" t="0" r="-681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7841126">
            <a:off x="8207708" y="-15148"/>
            <a:ext cx="10424233" cy="1164886"/>
            <a:chOff x="0" y="0"/>
            <a:chExt cx="2745477" cy="306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5477" cy="306801"/>
            </a:xfrm>
            <a:custGeom>
              <a:avLst/>
              <a:gdLst/>
              <a:ahLst/>
              <a:cxnLst/>
              <a:rect r="r" b="b" t="t" l="l"/>
              <a:pathLst>
                <a:path h="306801" w="2745477">
                  <a:moveTo>
                    <a:pt x="0" y="0"/>
                  </a:moveTo>
                  <a:lnTo>
                    <a:pt x="2745477" y="0"/>
                  </a:lnTo>
                  <a:lnTo>
                    <a:pt x="2745477" y="306801"/>
                  </a:lnTo>
                  <a:lnTo>
                    <a:pt x="0" y="306801"/>
                  </a:ln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745477" cy="363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7841126">
            <a:off x="12720792" y="6113024"/>
            <a:ext cx="11540732" cy="5351196"/>
            <a:chOff x="0" y="0"/>
            <a:chExt cx="3039534" cy="1409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39534" cy="1409368"/>
            </a:xfrm>
            <a:custGeom>
              <a:avLst/>
              <a:gdLst/>
              <a:ahLst/>
              <a:cxnLst/>
              <a:rect r="r" b="b" t="t" l="l"/>
              <a:pathLst>
                <a:path h="1409368" w="3039534">
                  <a:moveTo>
                    <a:pt x="0" y="0"/>
                  </a:moveTo>
                  <a:lnTo>
                    <a:pt x="3039534" y="0"/>
                  </a:lnTo>
                  <a:lnTo>
                    <a:pt x="3039534" y="1409368"/>
                  </a:lnTo>
                  <a:lnTo>
                    <a:pt x="0" y="1409368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039534" cy="146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662244" y="5542143"/>
            <a:ext cx="10692409" cy="661546"/>
            <a:chOff x="0" y="0"/>
            <a:chExt cx="3900267" cy="2413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744" y="0"/>
              <a:ext cx="3884780" cy="241312"/>
            </a:xfrm>
            <a:custGeom>
              <a:avLst/>
              <a:gdLst/>
              <a:ahLst/>
              <a:cxnLst/>
              <a:rect r="r" b="b" t="t" l="l"/>
              <a:pathLst>
                <a:path h="241312" w="3884780">
                  <a:moveTo>
                    <a:pt x="209937" y="0"/>
                  </a:moveTo>
                  <a:lnTo>
                    <a:pt x="3878042" y="0"/>
                  </a:lnTo>
                  <a:cubicBezTo>
                    <a:pt x="3880663" y="0"/>
                    <a:pt x="3883045" y="1519"/>
                    <a:pt x="3884151" y="3895"/>
                  </a:cubicBezTo>
                  <a:cubicBezTo>
                    <a:pt x="3885256" y="6271"/>
                    <a:pt x="3884884" y="9073"/>
                    <a:pt x="3883196" y="11077"/>
                  </a:cubicBezTo>
                  <a:lnTo>
                    <a:pt x="3698651" y="230235"/>
                  </a:lnTo>
                  <a:cubicBezTo>
                    <a:pt x="3692737" y="237258"/>
                    <a:pt x="3684024" y="241312"/>
                    <a:pt x="3674842" y="241312"/>
                  </a:cubicBezTo>
                  <a:lnTo>
                    <a:pt x="6737" y="241312"/>
                  </a:lnTo>
                  <a:cubicBezTo>
                    <a:pt x="4117" y="241312"/>
                    <a:pt x="1734" y="239793"/>
                    <a:pt x="629" y="237417"/>
                  </a:cubicBezTo>
                  <a:cubicBezTo>
                    <a:pt x="-477" y="235041"/>
                    <a:pt x="-104" y="232240"/>
                    <a:pt x="1584" y="230235"/>
                  </a:cubicBezTo>
                  <a:lnTo>
                    <a:pt x="186128" y="11077"/>
                  </a:lnTo>
                  <a:cubicBezTo>
                    <a:pt x="192042" y="4054"/>
                    <a:pt x="200756" y="0"/>
                    <a:pt x="2099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ACB1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57150"/>
              <a:ext cx="3697067" cy="298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9854091" y="-2190431"/>
            <a:ext cx="4271122" cy="5196087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0564956" y="-4101693"/>
            <a:ext cx="4271122" cy="5196087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2946816"/>
            <a:ext cx="8338878" cy="2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0"/>
              </a:lnSpc>
              <a:spcBef>
                <a:spcPct val="0"/>
              </a:spcBef>
            </a:pPr>
            <a:r>
              <a:rPr lang="en-US" b="true" sz="15035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436799"/>
            <a:ext cx="8001465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 spc="73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ANY QUESTIONS?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59823"/>
            <a:ext cx="2069144" cy="2069144"/>
          </a:xfrm>
          <a:custGeom>
            <a:avLst/>
            <a:gdLst/>
            <a:ahLst/>
            <a:cxnLst/>
            <a:rect r="r" b="b" t="t" l="l"/>
            <a:pathLst>
              <a:path h="2069144" w="2069144">
                <a:moveTo>
                  <a:pt x="0" y="0"/>
                </a:moveTo>
                <a:lnTo>
                  <a:pt x="2069144" y="0"/>
                </a:lnTo>
                <a:lnTo>
                  <a:pt x="2069144" y="2069144"/>
                </a:lnTo>
                <a:lnTo>
                  <a:pt x="0" y="2069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70647" y="694980"/>
            <a:ext cx="4513778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HEALTH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DAHD5xiBJZE</dc:identifier>
  <dcterms:modified xsi:type="dcterms:W3CDTF">2011-08-01T06:04:30Z</dcterms:modified>
  <cp:revision>1</cp:revision>
  <dc:title>Team D_Presentation</dc:title>
</cp:coreProperties>
</file>